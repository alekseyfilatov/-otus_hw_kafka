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5"/>
    <p:sldMasterId id="21474836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68580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4082">
          <p15:clr>
            <a:srgbClr val="9AA0A6"/>
          </p15:clr>
        </p15:guide>
        <p15:guide id="4" orient="horz" pos="23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7EBCB6-3E53-42CB-A7C6-F801664800F5}">
  <a:tblStyle styleId="{BD7EBCB6-3E53-42CB-A7C6-F801664800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227"/>
        <p:guide pos="4082" orient="horz"/>
        <p:guide pos="23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de823becd0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de823becd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de823becd0_0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e83ec99fb9_1_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e83ec99fb9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df29b9fb24_0_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df29b9fb2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e83ec99fb9_1_1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e83ec99fb9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e83ec99fb9_1_1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e83ec99fb9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df29b9fb24_0_6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df29b9fb2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df29b9fb24_0_8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df29b9fb2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e83ec99fb9_1_16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e83ec99fb9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e04b8b6756_0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e04b8b675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e04b8b6756_0_1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e04b8b675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f0819ca327_0_2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f0819ca327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f0819ca327_0_2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f0819ca327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f0819ca327_0_2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f0819ca327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f0819ca327_0_3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f0819ca327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f0819ca327_0_3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f0819ca327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e04b8b6756_0_1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e04b8b675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e04b8b6756_0_1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e04b8b675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916" y="-13437"/>
            <a:ext cx="9179832" cy="6884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96925" y="5729475"/>
            <a:ext cx="50514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796925" y="2562125"/>
            <a:ext cx="8398800" cy="3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2485475"/>
            <a:ext cx="79353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00550" y="1901958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/>
          <p:nvPr>
            <p:ph type="title"/>
          </p:nvPr>
        </p:nvSpPr>
        <p:spPr>
          <a:xfrm>
            <a:off x="500550" y="1094951"/>
            <a:ext cx="8520600" cy="26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500550" y="609750"/>
            <a:ext cx="77967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700"/>
              <a:buNone/>
              <a:defRPr sz="17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3135425" y="4174975"/>
            <a:ext cx="58563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700"/>
              <a:buNone/>
              <a:defRPr b="1" sz="17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3135425" y="4575175"/>
            <a:ext cx="58563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3135425" y="5086600"/>
            <a:ext cx="5856300" cy="13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ршрут вебинара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1359175" y="1737600"/>
            <a:ext cx="45057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81000" lvl="0" marL="4572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b="0" sz="2400">
                <a:solidFill>
                  <a:schemeClr val="dk1"/>
                </a:solidFill>
              </a:defRPr>
            </a:lvl1pPr>
            <a:lvl2pPr indent="-330200" lvl="1" marL="9144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6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3" name="Google Shape;3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>
            <p:ph type="title"/>
          </p:nvPr>
        </p:nvSpPr>
        <p:spPr>
          <a:xfrm>
            <a:off x="956225" y="528525"/>
            <a:ext cx="76956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49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4348975" y="2694775"/>
            <a:ext cx="43917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900"/>
              <a:buNone/>
              <a:defRPr b="1" sz="19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2" type="subTitle"/>
          </p:nvPr>
        </p:nvSpPr>
        <p:spPr>
          <a:xfrm>
            <a:off x="4348975" y="3410125"/>
            <a:ext cx="4587900" cy="27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0" sz="1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609075" y="16278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609075" y="388828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2"/>
          <p:cNvSpPr/>
          <p:nvPr/>
        </p:nvSpPr>
        <p:spPr>
          <a:xfrm>
            <a:off x="606200" y="1616750"/>
            <a:ext cx="7938600" cy="47532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729150" y="1763225"/>
            <a:ext cx="8004000" cy="4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13"/>
          <p:cNvSpPr/>
          <p:nvPr/>
        </p:nvSpPr>
        <p:spPr>
          <a:xfrm>
            <a:off x="606200" y="1616750"/>
            <a:ext cx="7938600" cy="47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729150" y="1763225"/>
            <a:ext cx="8004000" cy="4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  <a:defRPr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-1">
  <p:cSld name="CUSTOM_2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/>
          <p:nvPr/>
        </p:nvSpPr>
        <p:spPr>
          <a:xfrm>
            <a:off x="606200" y="2858975"/>
            <a:ext cx="7938600" cy="3285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729150" y="3008071"/>
            <a:ext cx="8004000" cy="32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2" type="subTitle"/>
          </p:nvPr>
        </p:nvSpPr>
        <p:spPr>
          <a:xfrm>
            <a:off x="530000" y="1796975"/>
            <a:ext cx="8127000" cy="10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0" sz="1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-2">
  <p:cSld name="CUSTOM_4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5"/>
          <p:cNvSpPr/>
          <p:nvPr/>
        </p:nvSpPr>
        <p:spPr>
          <a:xfrm>
            <a:off x="362300" y="1616750"/>
            <a:ext cx="4748700" cy="47532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500550" y="1763225"/>
            <a:ext cx="4428600" cy="4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66" name="Google Shape;66;p15"/>
          <p:cNvSpPr txBox="1"/>
          <p:nvPr>
            <p:ph idx="2" type="subTitle"/>
          </p:nvPr>
        </p:nvSpPr>
        <p:spPr>
          <a:xfrm>
            <a:off x="5555275" y="1763225"/>
            <a:ext cx="3151200" cy="43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0" sz="1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916" y="-13437"/>
            <a:ext cx="9179832" cy="688487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/>
          <p:nvPr>
            <p:ph idx="1" type="subTitle"/>
          </p:nvPr>
        </p:nvSpPr>
        <p:spPr>
          <a:xfrm>
            <a:off x="792250" y="5698975"/>
            <a:ext cx="50514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4" name="Google Shape;74;p17"/>
          <p:cNvSpPr txBox="1"/>
          <p:nvPr>
            <p:ph type="title"/>
          </p:nvPr>
        </p:nvSpPr>
        <p:spPr>
          <a:xfrm>
            <a:off x="792250" y="2562125"/>
            <a:ext cx="8183100" cy="29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  <a:defRPr sz="6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500550" y="2485475"/>
            <a:ext cx="79353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500550" y="1901958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500550" y="1094951"/>
            <a:ext cx="8520600" cy="26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500550" y="609750"/>
            <a:ext cx="77967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700"/>
              <a:buNone/>
              <a:defRPr sz="17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86" name="Google Shape;86;p20"/>
          <p:cNvSpPr txBox="1"/>
          <p:nvPr>
            <p:ph idx="2" type="subTitle"/>
          </p:nvPr>
        </p:nvSpPr>
        <p:spPr>
          <a:xfrm>
            <a:off x="3135425" y="4174975"/>
            <a:ext cx="58563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700"/>
              <a:buNone/>
              <a:defRPr b="1" sz="17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3" type="subTitle"/>
          </p:nvPr>
        </p:nvSpPr>
        <p:spPr>
          <a:xfrm>
            <a:off x="3135425" y="4575175"/>
            <a:ext cx="58563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4" type="subTitle"/>
          </p:nvPr>
        </p:nvSpPr>
        <p:spPr>
          <a:xfrm>
            <a:off x="3135425" y="5086600"/>
            <a:ext cx="5856300" cy="13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1" name="Google Shape;9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1"/>
          <p:cNvSpPr txBox="1"/>
          <p:nvPr>
            <p:ph type="title"/>
          </p:nvPr>
        </p:nvSpPr>
        <p:spPr>
          <a:xfrm>
            <a:off x="956225" y="528525"/>
            <a:ext cx="77061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900"/>
              <a:buNone/>
              <a:defRPr sz="49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" type="subTitle"/>
          </p:nvPr>
        </p:nvSpPr>
        <p:spPr>
          <a:xfrm>
            <a:off x="4348975" y="2694775"/>
            <a:ext cx="43917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900"/>
              <a:buNone/>
              <a:defRPr b="1" sz="19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22"/>
          <p:cNvSpPr txBox="1"/>
          <p:nvPr>
            <p:ph idx="2" type="subTitle"/>
          </p:nvPr>
        </p:nvSpPr>
        <p:spPr>
          <a:xfrm>
            <a:off x="4348975" y="3410125"/>
            <a:ext cx="4587900" cy="27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0" sz="1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3"/>
          <p:cNvSpPr txBox="1"/>
          <p:nvPr>
            <p:ph type="title"/>
          </p:nvPr>
        </p:nvSpPr>
        <p:spPr>
          <a:xfrm>
            <a:off x="609075" y="16278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0" name="Google Shape;100;p23"/>
          <p:cNvSpPr txBox="1"/>
          <p:nvPr>
            <p:ph idx="1" type="subTitle"/>
          </p:nvPr>
        </p:nvSpPr>
        <p:spPr>
          <a:xfrm>
            <a:off x="609075" y="388828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01" name="Google Shape;101;p23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6"/>
          <p:cNvSpPr/>
          <p:nvPr/>
        </p:nvSpPr>
        <p:spPr>
          <a:xfrm>
            <a:off x="606200" y="1616750"/>
            <a:ext cx="7938600" cy="47532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6"/>
          <p:cNvSpPr txBox="1"/>
          <p:nvPr>
            <p:ph idx="1" type="subTitle"/>
          </p:nvPr>
        </p:nvSpPr>
        <p:spPr>
          <a:xfrm>
            <a:off x="805350" y="1763228"/>
            <a:ext cx="8226300" cy="4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27"/>
          <p:cNvSpPr/>
          <p:nvPr/>
        </p:nvSpPr>
        <p:spPr>
          <a:xfrm>
            <a:off x="606200" y="1616750"/>
            <a:ext cx="7938600" cy="47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7"/>
          <p:cNvSpPr txBox="1"/>
          <p:nvPr>
            <p:ph idx="1" type="subTitle"/>
          </p:nvPr>
        </p:nvSpPr>
        <p:spPr>
          <a:xfrm>
            <a:off x="729150" y="1763228"/>
            <a:ext cx="8226300" cy="4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None/>
              <a:defRPr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subTitle"/>
          </p:nvPr>
        </p:nvSpPr>
        <p:spPr>
          <a:xfrm>
            <a:off x="530000" y="1747175"/>
            <a:ext cx="7862400" cy="9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0" sz="1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28"/>
          <p:cNvSpPr/>
          <p:nvPr/>
        </p:nvSpPr>
        <p:spPr>
          <a:xfrm>
            <a:off x="606200" y="2858975"/>
            <a:ext cx="7938600" cy="3285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8"/>
          <p:cNvSpPr txBox="1"/>
          <p:nvPr>
            <p:ph idx="2" type="subTitle"/>
          </p:nvPr>
        </p:nvSpPr>
        <p:spPr>
          <a:xfrm>
            <a:off x="795050" y="2960050"/>
            <a:ext cx="7568100" cy="31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29"/>
          <p:cNvSpPr/>
          <p:nvPr/>
        </p:nvSpPr>
        <p:spPr>
          <a:xfrm>
            <a:off x="362300" y="1616750"/>
            <a:ext cx="4748700" cy="47532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9"/>
          <p:cNvSpPr txBox="1"/>
          <p:nvPr>
            <p:ph idx="1" type="subTitle"/>
          </p:nvPr>
        </p:nvSpPr>
        <p:spPr>
          <a:xfrm>
            <a:off x="500550" y="1763225"/>
            <a:ext cx="4428600" cy="4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None/>
              <a:defRPr sz="15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24" name="Google Shape;124;p29"/>
          <p:cNvSpPr txBox="1"/>
          <p:nvPr>
            <p:ph idx="2" type="subTitle"/>
          </p:nvPr>
        </p:nvSpPr>
        <p:spPr>
          <a:xfrm>
            <a:off x="5555275" y="1763225"/>
            <a:ext cx="3151200" cy="43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0" sz="15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"/>
              <a:buNone/>
              <a:defRPr b="1" sz="3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901958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oboto"/>
              <a:buNone/>
              <a:defRPr b="1" sz="3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424350" y="1901958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4.png"/><Relationship Id="rId22" Type="http://schemas.openxmlformats.org/officeDocument/2006/relationships/image" Target="../media/image25.png"/><Relationship Id="rId21" Type="http://schemas.openxmlformats.org/officeDocument/2006/relationships/image" Target="../media/image26.png"/><Relationship Id="rId24" Type="http://schemas.openxmlformats.org/officeDocument/2006/relationships/image" Target="../media/image39.png"/><Relationship Id="rId23" Type="http://schemas.openxmlformats.org/officeDocument/2006/relationships/image" Target="../media/image30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7.png"/><Relationship Id="rId26" Type="http://schemas.openxmlformats.org/officeDocument/2006/relationships/image" Target="../media/image31.png"/><Relationship Id="rId25" Type="http://schemas.openxmlformats.org/officeDocument/2006/relationships/image" Target="../media/image37.png"/><Relationship Id="rId28" Type="http://schemas.openxmlformats.org/officeDocument/2006/relationships/image" Target="../media/image35.png"/><Relationship Id="rId27" Type="http://schemas.openxmlformats.org/officeDocument/2006/relationships/image" Target="../media/image34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29" Type="http://schemas.openxmlformats.org/officeDocument/2006/relationships/image" Target="../media/image32.png"/><Relationship Id="rId7" Type="http://schemas.openxmlformats.org/officeDocument/2006/relationships/image" Target="../media/image14.png"/><Relationship Id="rId8" Type="http://schemas.openxmlformats.org/officeDocument/2006/relationships/image" Target="../media/image5.png"/><Relationship Id="rId30" Type="http://schemas.openxmlformats.org/officeDocument/2006/relationships/image" Target="../media/image38.png"/><Relationship Id="rId11" Type="http://schemas.openxmlformats.org/officeDocument/2006/relationships/image" Target="../media/image6.png"/><Relationship Id="rId10" Type="http://schemas.openxmlformats.org/officeDocument/2006/relationships/image" Target="../media/image11.png"/><Relationship Id="rId13" Type="http://schemas.openxmlformats.org/officeDocument/2006/relationships/image" Target="../media/image22.png"/><Relationship Id="rId12" Type="http://schemas.openxmlformats.org/officeDocument/2006/relationships/image" Target="../media/image17.png"/><Relationship Id="rId15" Type="http://schemas.openxmlformats.org/officeDocument/2006/relationships/image" Target="../media/image21.png"/><Relationship Id="rId14" Type="http://schemas.openxmlformats.org/officeDocument/2006/relationships/image" Target="../media/image36.png"/><Relationship Id="rId17" Type="http://schemas.openxmlformats.org/officeDocument/2006/relationships/image" Target="../media/image27.png"/><Relationship Id="rId16" Type="http://schemas.openxmlformats.org/officeDocument/2006/relationships/image" Target="../media/image23.png"/><Relationship Id="rId19" Type="http://schemas.openxmlformats.org/officeDocument/2006/relationships/image" Target="../media/image29.png"/><Relationship Id="rId18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2.png"/><Relationship Id="rId22" Type="http://schemas.openxmlformats.org/officeDocument/2006/relationships/image" Target="../media/image58.png"/><Relationship Id="rId21" Type="http://schemas.openxmlformats.org/officeDocument/2006/relationships/image" Target="../media/image56.png"/><Relationship Id="rId24" Type="http://schemas.openxmlformats.org/officeDocument/2006/relationships/image" Target="../media/image64.png"/><Relationship Id="rId23" Type="http://schemas.openxmlformats.org/officeDocument/2006/relationships/image" Target="../media/image61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43.png"/><Relationship Id="rId9" Type="http://schemas.openxmlformats.org/officeDocument/2006/relationships/image" Target="../media/image44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0.png"/><Relationship Id="rId8" Type="http://schemas.openxmlformats.org/officeDocument/2006/relationships/image" Target="../media/image45.png"/><Relationship Id="rId11" Type="http://schemas.openxmlformats.org/officeDocument/2006/relationships/image" Target="../media/image51.png"/><Relationship Id="rId10" Type="http://schemas.openxmlformats.org/officeDocument/2006/relationships/image" Target="../media/image48.png"/><Relationship Id="rId13" Type="http://schemas.openxmlformats.org/officeDocument/2006/relationships/image" Target="../media/image47.png"/><Relationship Id="rId12" Type="http://schemas.openxmlformats.org/officeDocument/2006/relationships/image" Target="../media/image46.png"/><Relationship Id="rId15" Type="http://schemas.openxmlformats.org/officeDocument/2006/relationships/image" Target="../media/image50.png"/><Relationship Id="rId14" Type="http://schemas.openxmlformats.org/officeDocument/2006/relationships/image" Target="../media/image49.png"/><Relationship Id="rId17" Type="http://schemas.openxmlformats.org/officeDocument/2006/relationships/image" Target="../media/image54.png"/><Relationship Id="rId16" Type="http://schemas.openxmlformats.org/officeDocument/2006/relationships/image" Target="../media/image59.png"/><Relationship Id="rId19" Type="http://schemas.openxmlformats.org/officeDocument/2006/relationships/image" Target="../media/image53.png"/><Relationship Id="rId18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76.png"/><Relationship Id="rId22" Type="http://schemas.openxmlformats.org/officeDocument/2006/relationships/image" Target="../media/image80.png"/><Relationship Id="rId21" Type="http://schemas.openxmlformats.org/officeDocument/2006/relationships/image" Target="../media/image79.png"/><Relationship Id="rId24" Type="http://schemas.openxmlformats.org/officeDocument/2006/relationships/image" Target="../media/image81.png"/><Relationship Id="rId23" Type="http://schemas.openxmlformats.org/officeDocument/2006/relationships/image" Target="../media/image84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0.png"/><Relationship Id="rId4" Type="http://schemas.openxmlformats.org/officeDocument/2006/relationships/image" Target="../media/image57.png"/><Relationship Id="rId9" Type="http://schemas.openxmlformats.org/officeDocument/2006/relationships/image" Target="../media/image68.png"/><Relationship Id="rId26" Type="http://schemas.openxmlformats.org/officeDocument/2006/relationships/image" Target="../media/image85.png"/><Relationship Id="rId25" Type="http://schemas.openxmlformats.org/officeDocument/2006/relationships/image" Target="../media/image82.png"/><Relationship Id="rId28" Type="http://schemas.openxmlformats.org/officeDocument/2006/relationships/image" Target="../media/image86.png"/><Relationship Id="rId27" Type="http://schemas.openxmlformats.org/officeDocument/2006/relationships/image" Target="../media/image83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29" Type="http://schemas.openxmlformats.org/officeDocument/2006/relationships/image" Target="../media/image89.png"/><Relationship Id="rId7" Type="http://schemas.openxmlformats.org/officeDocument/2006/relationships/image" Target="../media/image66.png"/><Relationship Id="rId8" Type="http://schemas.openxmlformats.org/officeDocument/2006/relationships/image" Target="../media/image65.png"/><Relationship Id="rId30" Type="http://schemas.openxmlformats.org/officeDocument/2006/relationships/image" Target="../media/image91.png"/><Relationship Id="rId11" Type="http://schemas.openxmlformats.org/officeDocument/2006/relationships/image" Target="../media/image67.png"/><Relationship Id="rId10" Type="http://schemas.openxmlformats.org/officeDocument/2006/relationships/image" Target="../media/image71.png"/><Relationship Id="rId13" Type="http://schemas.openxmlformats.org/officeDocument/2006/relationships/image" Target="../media/image73.png"/><Relationship Id="rId12" Type="http://schemas.openxmlformats.org/officeDocument/2006/relationships/image" Target="../media/image69.png"/><Relationship Id="rId15" Type="http://schemas.openxmlformats.org/officeDocument/2006/relationships/image" Target="../media/image77.png"/><Relationship Id="rId14" Type="http://schemas.openxmlformats.org/officeDocument/2006/relationships/image" Target="../media/image78.png"/><Relationship Id="rId17" Type="http://schemas.openxmlformats.org/officeDocument/2006/relationships/image" Target="../media/image72.png"/><Relationship Id="rId16" Type="http://schemas.openxmlformats.org/officeDocument/2006/relationships/image" Target="../media/image75.png"/><Relationship Id="rId19" Type="http://schemas.openxmlformats.org/officeDocument/2006/relationships/image" Target="../media/image74.png"/><Relationship Id="rId18" Type="http://schemas.openxmlformats.org/officeDocument/2006/relationships/image" Target="../media/image70.png"/></Relationships>
</file>

<file path=ppt/slides/_rels/slide1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6.png"/><Relationship Id="rId22" Type="http://schemas.openxmlformats.org/officeDocument/2006/relationships/image" Target="../media/image110.png"/><Relationship Id="rId21" Type="http://schemas.openxmlformats.org/officeDocument/2006/relationships/image" Target="../media/image107.png"/><Relationship Id="rId24" Type="http://schemas.openxmlformats.org/officeDocument/2006/relationships/image" Target="../media/image111.png"/><Relationship Id="rId23" Type="http://schemas.openxmlformats.org/officeDocument/2006/relationships/image" Target="../media/image109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8.png"/><Relationship Id="rId4" Type="http://schemas.openxmlformats.org/officeDocument/2006/relationships/image" Target="../media/image90.png"/><Relationship Id="rId9" Type="http://schemas.openxmlformats.org/officeDocument/2006/relationships/image" Target="../media/image98.png"/><Relationship Id="rId26" Type="http://schemas.openxmlformats.org/officeDocument/2006/relationships/image" Target="../media/image121.png"/><Relationship Id="rId25" Type="http://schemas.openxmlformats.org/officeDocument/2006/relationships/image" Target="../media/image108.png"/><Relationship Id="rId28" Type="http://schemas.openxmlformats.org/officeDocument/2006/relationships/image" Target="../media/image115.png"/><Relationship Id="rId27" Type="http://schemas.openxmlformats.org/officeDocument/2006/relationships/image" Target="../media/image112.png"/><Relationship Id="rId5" Type="http://schemas.openxmlformats.org/officeDocument/2006/relationships/image" Target="../media/image87.png"/><Relationship Id="rId6" Type="http://schemas.openxmlformats.org/officeDocument/2006/relationships/image" Target="../media/image99.png"/><Relationship Id="rId29" Type="http://schemas.openxmlformats.org/officeDocument/2006/relationships/image" Target="../media/image119.png"/><Relationship Id="rId7" Type="http://schemas.openxmlformats.org/officeDocument/2006/relationships/image" Target="../media/image97.png"/><Relationship Id="rId8" Type="http://schemas.openxmlformats.org/officeDocument/2006/relationships/image" Target="../media/image96.png"/><Relationship Id="rId30" Type="http://schemas.openxmlformats.org/officeDocument/2006/relationships/image" Target="../media/image19.png"/><Relationship Id="rId11" Type="http://schemas.openxmlformats.org/officeDocument/2006/relationships/image" Target="../media/image93.png"/><Relationship Id="rId10" Type="http://schemas.openxmlformats.org/officeDocument/2006/relationships/image" Target="../media/image15.png"/><Relationship Id="rId13" Type="http://schemas.openxmlformats.org/officeDocument/2006/relationships/image" Target="../media/image94.png"/><Relationship Id="rId12" Type="http://schemas.openxmlformats.org/officeDocument/2006/relationships/image" Target="../media/image92.png"/><Relationship Id="rId15" Type="http://schemas.openxmlformats.org/officeDocument/2006/relationships/image" Target="../media/image102.png"/><Relationship Id="rId14" Type="http://schemas.openxmlformats.org/officeDocument/2006/relationships/image" Target="../media/image103.png"/><Relationship Id="rId17" Type="http://schemas.openxmlformats.org/officeDocument/2006/relationships/image" Target="../media/image104.png"/><Relationship Id="rId16" Type="http://schemas.openxmlformats.org/officeDocument/2006/relationships/image" Target="../media/image100.png"/><Relationship Id="rId19" Type="http://schemas.openxmlformats.org/officeDocument/2006/relationships/image" Target="../media/image105.png"/><Relationship Id="rId18" Type="http://schemas.openxmlformats.org/officeDocument/2006/relationships/image" Target="../media/image101.png"/></Relationships>
</file>

<file path=ppt/slides/_rels/slide1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1.png"/><Relationship Id="rId22" Type="http://schemas.openxmlformats.org/officeDocument/2006/relationships/image" Target="../media/image135.png"/><Relationship Id="rId21" Type="http://schemas.openxmlformats.org/officeDocument/2006/relationships/image" Target="../media/image132.png"/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7.png"/><Relationship Id="rId4" Type="http://schemas.openxmlformats.org/officeDocument/2006/relationships/image" Target="../media/image120.png"/><Relationship Id="rId9" Type="http://schemas.openxmlformats.org/officeDocument/2006/relationships/image" Target="../media/image122.png"/><Relationship Id="rId5" Type="http://schemas.openxmlformats.org/officeDocument/2006/relationships/image" Target="../media/image116.png"/><Relationship Id="rId6" Type="http://schemas.openxmlformats.org/officeDocument/2006/relationships/image" Target="../media/image125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Relationship Id="rId11" Type="http://schemas.openxmlformats.org/officeDocument/2006/relationships/image" Target="../media/image126.png"/><Relationship Id="rId10" Type="http://schemas.openxmlformats.org/officeDocument/2006/relationships/image" Target="../media/image123.png"/><Relationship Id="rId13" Type="http://schemas.openxmlformats.org/officeDocument/2006/relationships/image" Target="../media/image124.png"/><Relationship Id="rId12" Type="http://schemas.openxmlformats.org/officeDocument/2006/relationships/image" Target="../media/image127.png"/><Relationship Id="rId15" Type="http://schemas.openxmlformats.org/officeDocument/2006/relationships/image" Target="../media/image133.png"/><Relationship Id="rId14" Type="http://schemas.openxmlformats.org/officeDocument/2006/relationships/image" Target="../media/image130.png"/><Relationship Id="rId17" Type="http://schemas.openxmlformats.org/officeDocument/2006/relationships/image" Target="../media/image134.png"/><Relationship Id="rId16" Type="http://schemas.openxmlformats.org/officeDocument/2006/relationships/image" Target="../media/image129.png"/><Relationship Id="rId19" Type="http://schemas.openxmlformats.org/officeDocument/2006/relationships/image" Target="../media/image136.png"/><Relationship Id="rId18" Type="http://schemas.openxmlformats.org/officeDocument/2006/relationships/image" Target="../media/image1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8.jpg"/><Relationship Id="rId4" Type="http://schemas.openxmlformats.org/officeDocument/2006/relationships/image" Target="../media/image13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idx="1" type="subTitle"/>
          </p:nvPr>
        </p:nvSpPr>
        <p:spPr>
          <a:xfrm>
            <a:off x="796925" y="5729475"/>
            <a:ext cx="50514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130" name="Google Shape;130;p30"/>
          <p:cNvSpPr txBox="1"/>
          <p:nvPr>
            <p:ph type="title"/>
          </p:nvPr>
        </p:nvSpPr>
        <p:spPr>
          <a:xfrm>
            <a:off x="796925" y="2562125"/>
            <a:ext cx="8398800" cy="3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Онлайн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"/>
          <p:cNvSpPr txBox="1"/>
          <p:nvPr/>
        </p:nvSpPr>
        <p:spPr>
          <a:xfrm>
            <a:off x="766725" y="2728150"/>
            <a:ext cx="79353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Меня хорошо видно</a:t>
            </a:r>
            <a:endParaRPr b="1" sz="5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5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&amp;&amp; слышно?</a:t>
            </a:r>
            <a:endParaRPr b="1" sz="5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75" y="4383575"/>
            <a:ext cx="702395" cy="7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7256" y="4383575"/>
            <a:ext cx="702395" cy="7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/>
          <p:nvPr/>
        </p:nvSpPr>
        <p:spPr>
          <a:xfrm>
            <a:off x="630000" y="3689750"/>
            <a:ext cx="1515000" cy="24252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32"/>
          <p:cNvPicPr preferRelativeResize="0"/>
          <p:nvPr/>
        </p:nvPicPr>
        <p:blipFill rotWithShape="1">
          <a:blip r:embed="rId3">
            <a:alphaModFix/>
          </a:blip>
          <a:srcRect b="31549" l="1950" r="1960" t="5251"/>
          <a:stretch/>
        </p:blipFill>
        <p:spPr>
          <a:xfrm>
            <a:off x="1033167" y="3992446"/>
            <a:ext cx="1844100" cy="1819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44" name="Google Shape;144;p32"/>
          <p:cNvSpPr txBox="1"/>
          <p:nvPr>
            <p:ph type="title"/>
          </p:nvPr>
        </p:nvSpPr>
        <p:spPr>
          <a:xfrm>
            <a:off x="500550" y="1094951"/>
            <a:ext cx="8520600" cy="26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Защита проекта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Тема: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2"/>
          <p:cNvSpPr txBox="1"/>
          <p:nvPr>
            <p:ph idx="2" type="subTitle"/>
          </p:nvPr>
        </p:nvSpPr>
        <p:spPr>
          <a:xfrm>
            <a:off x="3135425" y="4174975"/>
            <a:ext cx="58563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2418B"/>
                </a:solidFill>
              </a:rPr>
              <a:t>Фамилия Имя  </a:t>
            </a:r>
            <a:endParaRPr>
              <a:solidFill>
                <a:srgbClr val="02418B"/>
              </a:solidFill>
            </a:endParaRPr>
          </a:p>
        </p:txBody>
      </p:sp>
      <p:sp>
        <p:nvSpPr>
          <p:cNvPr id="146" name="Google Shape;146;p32"/>
          <p:cNvSpPr txBox="1"/>
          <p:nvPr>
            <p:ph idx="3" type="subTitle"/>
          </p:nvPr>
        </p:nvSpPr>
        <p:spPr>
          <a:xfrm>
            <a:off x="3135425" y="4575175"/>
            <a:ext cx="58563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/>
          </a:p>
        </p:txBody>
      </p:sp>
      <p:sp>
        <p:nvSpPr>
          <p:cNvPr id="147" name="Google Shape;147;p32"/>
          <p:cNvSpPr txBox="1"/>
          <p:nvPr>
            <p:ph idx="4" type="subTitle"/>
          </p:nvPr>
        </p:nvSpPr>
        <p:spPr>
          <a:xfrm>
            <a:off x="3135425" y="4737950"/>
            <a:ext cx="5856300" cy="13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Должность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Компания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500550" y="440977"/>
            <a:ext cx="8520600" cy="7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53" name="Google Shape;153;p33"/>
          <p:cNvSpPr/>
          <p:nvPr/>
        </p:nvSpPr>
        <p:spPr>
          <a:xfrm>
            <a:off x="680750" y="1430750"/>
            <a:ext cx="3384900" cy="501600"/>
          </a:xfrm>
          <a:prstGeom prst="roundRect">
            <a:avLst>
              <a:gd fmla="val 16667" name="adj"/>
            </a:avLst>
          </a:prstGeom>
          <a:solidFill>
            <a:srgbClr val="8B8EE3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Цели проекта 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33"/>
          <p:cNvSpPr/>
          <p:nvPr/>
        </p:nvSpPr>
        <p:spPr>
          <a:xfrm>
            <a:off x="680750" y="2254196"/>
            <a:ext cx="3384900" cy="501600"/>
          </a:xfrm>
          <a:prstGeom prst="roundRect">
            <a:avLst>
              <a:gd fmla="val 16667" name="adj"/>
            </a:avLst>
          </a:prstGeom>
          <a:solidFill>
            <a:srgbClr val="8B8EE3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Ч</a:t>
            </a: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то планировалось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33"/>
          <p:cNvSpPr/>
          <p:nvPr/>
        </p:nvSpPr>
        <p:spPr>
          <a:xfrm>
            <a:off x="680750" y="3091114"/>
            <a:ext cx="3384900" cy="501600"/>
          </a:xfrm>
          <a:prstGeom prst="roundRect">
            <a:avLst>
              <a:gd fmla="val 16667" name="adj"/>
            </a:avLst>
          </a:prstGeom>
          <a:solidFill>
            <a:srgbClr val="8B8EE3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Используемые технологии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/>
          <p:nvPr/>
        </p:nvSpPr>
        <p:spPr>
          <a:xfrm>
            <a:off x="680750" y="3928052"/>
            <a:ext cx="3384900" cy="501600"/>
          </a:xfrm>
          <a:prstGeom prst="roundRect">
            <a:avLst>
              <a:gd fmla="val 16667" name="adj"/>
            </a:avLst>
          </a:prstGeom>
          <a:solidFill>
            <a:srgbClr val="8B8EE3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/>
          <p:nvPr/>
        </p:nvSpPr>
        <p:spPr>
          <a:xfrm>
            <a:off x="680750" y="4710100"/>
            <a:ext cx="3384900" cy="501600"/>
          </a:xfrm>
          <a:prstGeom prst="roundRect">
            <a:avLst>
              <a:gd fmla="val 16667" name="adj"/>
            </a:avLst>
          </a:prstGeom>
          <a:solidFill>
            <a:srgbClr val="8B8EE3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Схемы/архитектура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33"/>
          <p:cNvSpPr/>
          <p:nvPr/>
        </p:nvSpPr>
        <p:spPr>
          <a:xfrm>
            <a:off x="680750" y="5492150"/>
            <a:ext cx="3384900" cy="501600"/>
          </a:xfrm>
          <a:prstGeom prst="roundRect">
            <a:avLst>
              <a:gd fmla="val 16667" name="adj"/>
            </a:avLst>
          </a:prstGeom>
          <a:solidFill>
            <a:srgbClr val="8B8EE3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" name="Google Shape;159;p33"/>
          <p:cNvCxnSpPr>
            <a:stCxn id="153" idx="1"/>
            <a:endCxn id="154" idx="1"/>
          </p:cNvCxnSpPr>
          <p:nvPr/>
        </p:nvCxnSpPr>
        <p:spPr>
          <a:xfrm>
            <a:off x="680750" y="1681550"/>
            <a:ext cx="600" cy="8235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33"/>
          <p:cNvCxnSpPr>
            <a:stCxn id="154" idx="1"/>
            <a:endCxn id="155" idx="1"/>
          </p:cNvCxnSpPr>
          <p:nvPr/>
        </p:nvCxnSpPr>
        <p:spPr>
          <a:xfrm>
            <a:off x="680750" y="2504996"/>
            <a:ext cx="600" cy="8370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33"/>
          <p:cNvCxnSpPr>
            <a:stCxn id="155" idx="1"/>
            <a:endCxn id="156" idx="1"/>
          </p:cNvCxnSpPr>
          <p:nvPr/>
        </p:nvCxnSpPr>
        <p:spPr>
          <a:xfrm>
            <a:off x="680750" y="3341914"/>
            <a:ext cx="600" cy="8370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33"/>
          <p:cNvCxnSpPr/>
          <p:nvPr/>
        </p:nvCxnSpPr>
        <p:spPr>
          <a:xfrm>
            <a:off x="680750" y="4219289"/>
            <a:ext cx="600" cy="8370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33"/>
          <p:cNvCxnSpPr/>
          <p:nvPr/>
        </p:nvCxnSpPr>
        <p:spPr>
          <a:xfrm>
            <a:off x="680750" y="5096664"/>
            <a:ext cx="600" cy="8370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проекта</a:t>
            </a:r>
            <a:endParaRPr/>
          </a:p>
        </p:txBody>
      </p:sp>
      <p:graphicFrame>
        <p:nvGraphicFramePr>
          <p:cNvPr id="169" name="Google Shape;169;p34"/>
          <p:cNvGraphicFramePr/>
          <p:nvPr/>
        </p:nvGraphicFramePr>
        <p:xfrm>
          <a:off x="952500" y="20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{BD7EBCB6-3E53-42CB-A7C6-F801664800F5}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34"/>
          <p:cNvSpPr/>
          <p:nvPr/>
        </p:nvSpPr>
        <p:spPr>
          <a:xfrm>
            <a:off x="5339350" y="378000"/>
            <a:ext cx="3423000" cy="1092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3F3F3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Какие цели вы поставили и какие задачи решили своим проектом </a:t>
            </a:r>
            <a:endParaRPr sz="15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планировалось</a:t>
            </a:r>
            <a:endParaRPr/>
          </a:p>
        </p:txBody>
      </p:sp>
      <p:graphicFrame>
        <p:nvGraphicFramePr>
          <p:cNvPr id="176" name="Google Shape;176;p35"/>
          <p:cNvGraphicFramePr/>
          <p:nvPr/>
        </p:nvGraphicFramePr>
        <p:xfrm>
          <a:off x="952500" y="20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{BD7EBCB6-3E53-42CB-A7C6-F801664800F5}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35"/>
          <p:cNvSpPr/>
          <p:nvPr/>
        </p:nvSpPr>
        <p:spPr>
          <a:xfrm>
            <a:off x="5339350" y="378000"/>
            <a:ext cx="3423000" cy="1092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3F3F3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Что было в начале, что знали до курса, сколько времени заняло выполнение проекта</a:t>
            </a:r>
            <a:endParaRPr sz="15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Используемые технологии</a:t>
            </a:r>
            <a:endParaRPr/>
          </a:p>
        </p:txBody>
      </p:sp>
      <p:graphicFrame>
        <p:nvGraphicFramePr>
          <p:cNvPr id="183" name="Google Shape;183;p36"/>
          <p:cNvGraphicFramePr/>
          <p:nvPr/>
        </p:nvGraphicFramePr>
        <p:xfrm>
          <a:off x="952500" y="20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{BD7EBCB6-3E53-42CB-A7C6-F801664800F5}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36"/>
          <p:cNvSpPr/>
          <p:nvPr/>
        </p:nvSpPr>
        <p:spPr>
          <a:xfrm>
            <a:off x="4768500" y="4502600"/>
            <a:ext cx="3423000" cy="1092000"/>
          </a:xfrm>
          <a:prstGeom prst="wedgeRectCallout">
            <a:avLst>
              <a:gd fmla="val -44483" name="adj1"/>
              <a:gd fmla="val -89998" name="adj2"/>
            </a:avLst>
          </a:prstGeom>
          <a:solidFill>
            <a:srgbClr val="F3F3F3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 и какое у вас мнение о новых технологиях</a:t>
            </a:r>
            <a:endParaRPr sz="15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получилось</a:t>
            </a:r>
            <a:endParaRPr/>
          </a:p>
        </p:txBody>
      </p:sp>
      <p:sp>
        <p:nvSpPr>
          <p:cNvPr id="190" name="Google Shape;190;p37"/>
          <p:cNvSpPr txBox="1"/>
          <p:nvPr>
            <p:ph idx="1" type="body"/>
          </p:nvPr>
        </p:nvSpPr>
        <p:spPr>
          <a:xfrm>
            <a:off x="500550" y="1825750"/>
            <a:ext cx="3921600" cy="3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ru"/>
              <a:t>Скрины основных экранов приложения и действий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или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ru"/>
              <a:t>Демонстрация приложения и исходных кодов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или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ru"/>
              <a:t>Ссылка на репозиторий с исходными кодами или просто удачные кусочки</a:t>
            </a:r>
            <a:endParaRPr/>
          </a:p>
        </p:txBody>
      </p:sp>
      <p:pic>
        <p:nvPicPr>
          <p:cNvPr id="191" name="Google Shape;191;p37"/>
          <p:cNvPicPr preferRelativeResize="0"/>
          <p:nvPr/>
        </p:nvPicPr>
        <p:blipFill rotWithShape="1">
          <a:blip r:embed="rId3">
            <a:alphaModFix/>
          </a:blip>
          <a:srcRect b="10490" l="30645" r="28521" t="28552"/>
          <a:stretch/>
        </p:blipFill>
        <p:spPr>
          <a:xfrm>
            <a:off x="5189100" y="1711850"/>
            <a:ext cx="3594900" cy="35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Схемы (архитектура, БД)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8"/>
          <p:cNvSpPr/>
          <p:nvPr/>
        </p:nvSpPr>
        <p:spPr>
          <a:xfrm>
            <a:off x="4768500" y="4502600"/>
            <a:ext cx="3423000" cy="1092000"/>
          </a:xfrm>
          <a:prstGeom prst="wedgeRectCallout">
            <a:avLst>
              <a:gd fmla="val -44483" name="adj1"/>
              <a:gd fmla="val -89998" name="adj2"/>
            </a:avLst>
          </a:prstGeom>
          <a:solidFill>
            <a:srgbClr val="F3F3F3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Опционально, если ваш проект позволяет это сделать</a:t>
            </a:r>
            <a:endParaRPr sz="15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 и планы по развитию</a:t>
            </a:r>
            <a:endParaRPr/>
          </a:p>
        </p:txBody>
      </p:sp>
      <p:graphicFrame>
        <p:nvGraphicFramePr>
          <p:cNvPr id="203" name="Google Shape;203;p39"/>
          <p:cNvGraphicFramePr/>
          <p:nvPr/>
        </p:nvGraphicFramePr>
        <p:xfrm>
          <a:off x="952500" y="20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{BD7EBCB6-3E53-42CB-A7C6-F801664800F5}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7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7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39"/>
          <p:cNvSpPr/>
          <p:nvPr/>
        </p:nvSpPr>
        <p:spPr>
          <a:xfrm>
            <a:off x="4768500" y="4502600"/>
            <a:ext cx="3423000" cy="1092000"/>
          </a:xfrm>
          <a:prstGeom prst="wedgeRectCallout">
            <a:avLst>
              <a:gd fmla="val -44483" name="adj1"/>
              <a:gd fmla="val -89998" name="adj2"/>
            </a:avLst>
          </a:prstGeom>
          <a:solidFill>
            <a:srgbClr val="F3F3F3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Запланируйте пару минут на рефлексию в конце защиты проекта и расскажите о планах по развитию</a:t>
            </a:r>
            <a:endParaRPr sz="15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956225" y="528525"/>
            <a:ext cx="75591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Спасибо за внимание!</a:t>
            </a:r>
            <a:br>
              <a:rPr b="0" lang="ru" sz="5000"/>
            </a:b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title"/>
          </p:nvPr>
        </p:nvSpPr>
        <p:spPr>
          <a:xfrm>
            <a:off x="956225" y="528525"/>
            <a:ext cx="76956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Инструкции для работы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"/>
          <p:cNvSpPr txBox="1"/>
          <p:nvPr>
            <p:ph type="title"/>
          </p:nvPr>
        </p:nvSpPr>
        <p:spPr>
          <a:xfrm>
            <a:off x="500550" y="440976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pic>
        <p:nvPicPr>
          <p:cNvPr id="220" name="Google Shape;22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877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87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87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87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2"/>
          <p:cNvSpPr txBox="1"/>
          <p:nvPr/>
        </p:nvSpPr>
        <p:spPr>
          <a:xfrm>
            <a:off x="544450" y="1502225"/>
            <a:ext cx="2588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Работа с данными</a:t>
            </a:r>
            <a:endParaRPr b="1" sz="15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5" name="Google Shape;225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27195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7195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27195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27195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61802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61802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2"/>
          <p:cNvSpPr txBox="1"/>
          <p:nvPr/>
        </p:nvSpPr>
        <p:spPr>
          <a:xfrm>
            <a:off x="4407075" y="1502225"/>
            <a:ext cx="1579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Интернет/Сети</a:t>
            </a:r>
            <a:endParaRPr b="1" sz="15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92602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492602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92602" y="2129624"/>
            <a:ext cx="827628" cy="82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492602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501920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4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501920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4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501920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53652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4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536527" y="2129600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53652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57112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5711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57112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613863" y="415077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2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2636536" y="513590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2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514366" y="516140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2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7545679" y="516140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2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6530013" y="5161400"/>
            <a:ext cx="82800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2"/>
          <p:cNvSpPr/>
          <p:nvPr/>
        </p:nvSpPr>
        <p:spPr>
          <a:xfrm>
            <a:off x="6202350" y="378000"/>
            <a:ext cx="2588100" cy="945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3F3F3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Используйте иллюстрации. Они облегчают восприятие материала</a:t>
            </a:r>
            <a:endParaRPr sz="13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type="title"/>
          </p:nvPr>
        </p:nvSpPr>
        <p:spPr>
          <a:xfrm>
            <a:off x="500550" y="440976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pic>
        <p:nvPicPr>
          <p:cNvPr id="256" name="Google Shape;25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877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87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87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87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3"/>
          <p:cNvSpPr txBox="1"/>
          <p:nvPr>
            <p:ph idx="4294967295" type="subTitle"/>
          </p:nvPr>
        </p:nvSpPr>
        <p:spPr>
          <a:xfrm>
            <a:off x="544450" y="1502225"/>
            <a:ext cx="15798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Люди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261" name="Google Shape;261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27195" y="5161374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27195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27195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27195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61802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61802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040052" y="5161599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2722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27414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027414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3"/>
          <p:cNvSpPr txBox="1"/>
          <p:nvPr>
            <p:ph idx="4294967295" type="subTitle"/>
          </p:nvPr>
        </p:nvSpPr>
        <p:spPr>
          <a:xfrm>
            <a:off x="5040050" y="1502225"/>
            <a:ext cx="25881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Обучение, исследование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272" name="Google Shape;272;p4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973170" y="5161599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960345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960533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960533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918939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918939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3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6918742" y="412532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3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6931571" y="5161400"/>
            <a:ext cx="828000" cy="8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/>
          <p:nvPr>
            <p:ph type="title"/>
          </p:nvPr>
        </p:nvSpPr>
        <p:spPr>
          <a:xfrm>
            <a:off x="500550" y="440976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sp>
        <p:nvSpPr>
          <p:cNvPr id="285" name="Google Shape;285;p44"/>
          <p:cNvSpPr txBox="1"/>
          <p:nvPr>
            <p:ph idx="4294967295" type="subTitle"/>
          </p:nvPr>
        </p:nvSpPr>
        <p:spPr>
          <a:xfrm>
            <a:off x="4407075" y="1502225"/>
            <a:ext cx="15798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Технологии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286" name="Google Shape;28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5577" y="5087087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2602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2602" y="2129624"/>
            <a:ext cx="827628" cy="82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2602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01045" y="5087087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01920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01920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01920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36089" y="5087087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3652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365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3652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571127" y="4150791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5711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571127" y="3140208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571152" y="5087087"/>
            <a:ext cx="827628" cy="82762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4"/>
          <p:cNvSpPr txBox="1"/>
          <p:nvPr>
            <p:ph idx="4294967295" type="subTitle"/>
          </p:nvPr>
        </p:nvSpPr>
        <p:spPr>
          <a:xfrm>
            <a:off x="500550" y="1565675"/>
            <a:ext cx="25881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Компьютерные игры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303" name="Google Shape;303;p4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68102" y="4119066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68102" y="2129624"/>
            <a:ext cx="827628" cy="827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68102" y="3127483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501220" y="4119066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501220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464570" y="3127483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68089" y="5110666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459627" y="2129625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464577" y="5110683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4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2397709" y="311185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4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397711" y="40993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4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2394239" y="5086900"/>
            <a:ext cx="828000" cy="8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5"/>
          <p:cNvSpPr txBox="1"/>
          <p:nvPr>
            <p:ph type="title"/>
          </p:nvPr>
        </p:nvSpPr>
        <p:spPr>
          <a:xfrm>
            <a:off x="500550" y="440975"/>
            <a:ext cx="85206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sp>
        <p:nvSpPr>
          <p:cNvPr id="320" name="Google Shape;320;p45"/>
          <p:cNvSpPr txBox="1"/>
          <p:nvPr>
            <p:ph idx="4294967295" type="subTitle"/>
          </p:nvPr>
        </p:nvSpPr>
        <p:spPr>
          <a:xfrm>
            <a:off x="463075" y="1556175"/>
            <a:ext cx="27240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Коммуникации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321" name="Google Shape;32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889" y="4192616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702" y="2187624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889" y="3180296"/>
            <a:ext cx="827628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21" y="52378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13451" y="3162186"/>
            <a:ext cx="827625" cy="82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13263" y="218336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13087" y="4186188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13079" y="5225363"/>
            <a:ext cx="82800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5"/>
          <p:cNvSpPr txBox="1"/>
          <p:nvPr>
            <p:ph idx="4294967295" type="subTitle"/>
          </p:nvPr>
        </p:nvSpPr>
        <p:spPr>
          <a:xfrm>
            <a:off x="463075" y="1556175"/>
            <a:ext cx="27240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Коммуникации</a:t>
            </a:r>
            <a:endParaRPr b="1" sz="1500">
              <a:solidFill>
                <a:srgbClr val="013D85"/>
              </a:solidFill>
            </a:endParaRPr>
          </a:p>
        </p:txBody>
      </p:sp>
      <p:sp>
        <p:nvSpPr>
          <p:cNvPr id="330" name="Google Shape;330;p45"/>
          <p:cNvSpPr txBox="1"/>
          <p:nvPr>
            <p:ph idx="4294967295" type="subTitle"/>
          </p:nvPr>
        </p:nvSpPr>
        <p:spPr>
          <a:xfrm>
            <a:off x="3111088" y="1556175"/>
            <a:ext cx="27240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Разное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331" name="Google Shape;331;p4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38177" y="7176974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80089" y="4184004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158189" y="4180596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092970" y="4180591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06358" y="7202475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129633" y="5213833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180108" y="5225537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092783" y="5213829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5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129459" y="218762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5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187084" y="218762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5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6014206" y="219465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5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071835" y="2194638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5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6935650" y="521345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5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6956571" y="418021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5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6014194" y="3146975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5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6956584" y="219465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5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3179734" y="314210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5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071821" y="3146988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5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10050242" y="7255513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5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129460" y="3142100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5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6956567" y="3146988"/>
            <a:ext cx="82800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47902" y="4180499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014395" y="5213638"/>
            <a:ext cx="827629" cy="82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500550" y="440976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sp>
        <p:nvSpPr>
          <p:cNvPr id="359" name="Google Shape;359;p46"/>
          <p:cNvSpPr txBox="1"/>
          <p:nvPr>
            <p:ph idx="4294967295" type="subTitle"/>
          </p:nvPr>
        </p:nvSpPr>
        <p:spPr>
          <a:xfrm>
            <a:off x="544450" y="1502225"/>
            <a:ext cx="19743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Флажки/Метки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360" name="Google Shape;36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552" y="3063999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1616" y="5019297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550" y="4243656"/>
            <a:ext cx="687041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8550" y="5019313"/>
            <a:ext cx="687042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01670" y="3063999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41632" y="4243650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43164" y="4243656"/>
            <a:ext cx="687041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43164" y="5019313"/>
            <a:ext cx="687042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34802" y="3063999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434802" y="2129616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117788" y="4243656"/>
            <a:ext cx="687042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117788" y="5019313"/>
            <a:ext cx="687042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68545" y="2129624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367920" y="2129616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892401" y="4243656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892401" y="5019313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501670" y="2129624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301045" y="2129616"/>
            <a:ext cx="827629" cy="82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667020" y="4243656"/>
            <a:ext cx="687043" cy="68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667020" y="5019313"/>
            <a:ext cx="687043" cy="687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быстро заменить картинку</a:t>
            </a:r>
            <a:endParaRPr/>
          </a:p>
        </p:txBody>
      </p:sp>
      <p:pic>
        <p:nvPicPr>
          <p:cNvPr id="385" name="Google Shape;385;p47"/>
          <p:cNvPicPr preferRelativeResize="0"/>
          <p:nvPr/>
        </p:nvPicPr>
        <p:blipFill rotWithShape="1">
          <a:blip r:embed="rId3">
            <a:alphaModFix/>
          </a:blip>
          <a:srcRect b="0" l="1603" r="0" t="0"/>
          <a:stretch/>
        </p:blipFill>
        <p:spPr>
          <a:xfrm>
            <a:off x="441850" y="1865125"/>
            <a:ext cx="5385126" cy="3920700"/>
          </a:xfrm>
          <a:prstGeom prst="rect">
            <a:avLst/>
          </a:prstGeom>
          <a:noFill/>
          <a:ln cap="flat" cmpd="sng" w="19050">
            <a:solidFill>
              <a:srgbClr val="BFC1F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6" name="Google Shape;386;p47"/>
          <p:cNvSpPr txBox="1"/>
          <p:nvPr>
            <p:ph idx="4294967295" type="subTitle"/>
          </p:nvPr>
        </p:nvSpPr>
        <p:spPr>
          <a:xfrm>
            <a:off x="5890188" y="1786550"/>
            <a:ext cx="3122400" cy="39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 sz="1200"/>
              <a:t>Кликните правой кнопко</a:t>
            </a:r>
            <a:r>
              <a:rPr lang="ru" sz="1200"/>
              <a:t>й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мыши на изображение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 sz="1200"/>
              <a:t>Перейдите в пункт «заменить изображение», далее выберите нужный вариант загрузки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u" sz="1200"/>
              <a:t>Двойным щелчком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по картинке вы можете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настроить нужный размер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и положение изображения</a:t>
            </a:r>
            <a:endParaRPr sz="1200"/>
          </a:p>
        </p:txBody>
      </p:sp>
      <p:pic>
        <p:nvPicPr>
          <p:cNvPr id="387" name="Google Shape;387;p47"/>
          <p:cNvPicPr preferRelativeResize="0"/>
          <p:nvPr/>
        </p:nvPicPr>
        <p:blipFill rotWithShape="1">
          <a:blip r:embed="rId4">
            <a:alphaModFix/>
          </a:blip>
          <a:srcRect b="0" l="0" r="6872" t="0"/>
          <a:stretch/>
        </p:blipFill>
        <p:spPr>
          <a:xfrm>
            <a:off x="6163575" y="4149775"/>
            <a:ext cx="2395050" cy="1636050"/>
          </a:xfrm>
          <a:prstGeom prst="rect">
            <a:avLst/>
          </a:prstGeom>
          <a:noFill/>
          <a:ln cap="flat" cmpd="sng" w="19050">
            <a:solidFill>
              <a:srgbClr val="BFC1F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8"/>
          <p:cNvSpPr txBox="1"/>
          <p:nvPr>
            <p:ph type="title"/>
          </p:nvPr>
        </p:nvSpPr>
        <p:spPr>
          <a:xfrm>
            <a:off x="500550" y="440981"/>
            <a:ext cx="85206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Шаблоны слайдов</a:t>
            </a:r>
            <a:endParaRPr/>
          </a:p>
        </p:txBody>
      </p:sp>
      <p:pic>
        <p:nvPicPr>
          <p:cNvPr id="393" name="Google Shape;39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875" y="2039226"/>
            <a:ext cx="7414802" cy="4301724"/>
          </a:xfrm>
          <a:prstGeom prst="rect">
            <a:avLst/>
          </a:prstGeom>
          <a:noFill/>
          <a:ln cap="flat" cmpd="sng" w="19050">
            <a:solidFill>
              <a:srgbClr val="BFC1F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4" name="Google Shape;394;p48"/>
          <p:cNvSpPr txBox="1"/>
          <p:nvPr>
            <p:ph idx="4294967295" type="subTitle"/>
          </p:nvPr>
        </p:nvSpPr>
        <p:spPr>
          <a:xfrm>
            <a:off x="571025" y="1276625"/>
            <a:ext cx="74148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Чтобы использовать готовые решения слайдов, нужно перейти в пункт меню «Слайд»,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/>
              <a:t>далее в выпадающем списке найти подпункт «Выбрать макет». 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