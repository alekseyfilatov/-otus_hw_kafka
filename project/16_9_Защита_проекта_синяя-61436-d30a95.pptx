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747BD27-2896-41F6-8E36-1762E6B2BF4C}">
  <a:tblStyle styleId="{4747BD27-2896-41F6-8E36-1762E6B2BF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227"/>
        <p:guide pos="17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98075b259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f98075b2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8075b259_0_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8075b25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f29b9fb24_0_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f29b9fb2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e04b8b6756_0_1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e04b8b675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f07fba8f92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f07fba8f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f07fba8f92_0_3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f07fba8f9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f07fba8f92_0_6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f07fba8f9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e04b8b6756_0_7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e04b8b675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04b8b6756_0_12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e04b8b675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e04b8b6756_0_13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e04b8b675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99" r="99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40" Type="http://schemas.openxmlformats.org/officeDocument/2006/relationships/image" Target="../media/image45.png"/><Relationship Id="rId20" Type="http://schemas.openxmlformats.org/officeDocument/2006/relationships/image" Target="../media/image21.png"/><Relationship Id="rId22" Type="http://schemas.openxmlformats.org/officeDocument/2006/relationships/image" Target="../media/image26.png"/><Relationship Id="rId21" Type="http://schemas.openxmlformats.org/officeDocument/2006/relationships/image" Target="../media/image20.png"/><Relationship Id="rId24" Type="http://schemas.openxmlformats.org/officeDocument/2006/relationships/image" Target="../media/image24.png"/><Relationship Id="rId23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1.png"/><Relationship Id="rId26" Type="http://schemas.openxmlformats.org/officeDocument/2006/relationships/image" Target="../media/image29.png"/><Relationship Id="rId25" Type="http://schemas.openxmlformats.org/officeDocument/2006/relationships/image" Target="../media/image25.png"/><Relationship Id="rId28" Type="http://schemas.openxmlformats.org/officeDocument/2006/relationships/image" Target="../media/image31.png"/><Relationship Id="rId27" Type="http://schemas.openxmlformats.org/officeDocument/2006/relationships/image" Target="../media/image30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29" Type="http://schemas.openxmlformats.org/officeDocument/2006/relationships/image" Target="../media/image33.png"/><Relationship Id="rId7" Type="http://schemas.openxmlformats.org/officeDocument/2006/relationships/image" Target="../media/image7.png"/><Relationship Id="rId8" Type="http://schemas.openxmlformats.org/officeDocument/2006/relationships/image" Target="../media/image6.png"/><Relationship Id="rId31" Type="http://schemas.openxmlformats.org/officeDocument/2006/relationships/image" Target="../media/image32.png"/><Relationship Id="rId30" Type="http://schemas.openxmlformats.org/officeDocument/2006/relationships/image" Target="../media/image38.png"/><Relationship Id="rId11" Type="http://schemas.openxmlformats.org/officeDocument/2006/relationships/image" Target="../media/image4.png"/><Relationship Id="rId33" Type="http://schemas.openxmlformats.org/officeDocument/2006/relationships/image" Target="../media/image27.png"/><Relationship Id="rId10" Type="http://schemas.openxmlformats.org/officeDocument/2006/relationships/image" Target="../media/image5.png"/><Relationship Id="rId32" Type="http://schemas.openxmlformats.org/officeDocument/2006/relationships/image" Target="../media/image37.png"/><Relationship Id="rId13" Type="http://schemas.openxmlformats.org/officeDocument/2006/relationships/image" Target="../media/image12.png"/><Relationship Id="rId35" Type="http://schemas.openxmlformats.org/officeDocument/2006/relationships/image" Target="../media/image41.png"/><Relationship Id="rId12" Type="http://schemas.openxmlformats.org/officeDocument/2006/relationships/image" Target="../media/image8.png"/><Relationship Id="rId34" Type="http://schemas.openxmlformats.org/officeDocument/2006/relationships/image" Target="../media/image28.png"/><Relationship Id="rId15" Type="http://schemas.openxmlformats.org/officeDocument/2006/relationships/image" Target="../media/image15.png"/><Relationship Id="rId37" Type="http://schemas.openxmlformats.org/officeDocument/2006/relationships/image" Target="../media/image40.png"/><Relationship Id="rId14" Type="http://schemas.openxmlformats.org/officeDocument/2006/relationships/image" Target="../media/image34.png"/><Relationship Id="rId36" Type="http://schemas.openxmlformats.org/officeDocument/2006/relationships/image" Target="../media/image36.png"/><Relationship Id="rId17" Type="http://schemas.openxmlformats.org/officeDocument/2006/relationships/image" Target="../media/image19.png"/><Relationship Id="rId39" Type="http://schemas.openxmlformats.org/officeDocument/2006/relationships/image" Target="../media/image44.png"/><Relationship Id="rId16" Type="http://schemas.openxmlformats.org/officeDocument/2006/relationships/image" Target="../media/image17.png"/><Relationship Id="rId38" Type="http://schemas.openxmlformats.org/officeDocument/2006/relationships/image" Target="../media/image35.png"/><Relationship Id="rId19" Type="http://schemas.openxmlformats.org/officeDocument/2006/relationships/image" Target="../media/image23.png"/><Relationship Id="rId18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40" Type="http://schemas.openxmlformats.org/officeDocument/2006/relationships/image" Target="../media/image76.png"/><Relationship Id="rId20" Type="http://schemas.openxmlformats.org/officeDocument/2006/relationships/image" Target="../media/image60.png"/><Relationship Id="rId42" Type="http://schemas.openxmlformats.org/officeDocument/2006/relationships/image" Target="../media/image77.png"/><Relationship Id="rId41" Type="http://schemas.openxmlformats.org/officeDocument/2006/relationships/image" Target="../media/image88.png"/><Relationship Id="rId22" Type="http://schemas.openxmlformats.org/officeDocument/2006/relationships/image" Target="../media/image58.png"/><Relationship Id="rId21" Type="http://schemas.openxmlformats.org/officeDocument/2006/relationships/image" Target="../media/image59.png"/><Relationship Id="rId24" Type="http://schemas.openxmlformats.org/officeDocument/2006/relationships/image" Target="../media/image84.png"/><Relationship Id="rId23" Type="http://schemas.openxmlformats.org/officeDocument/2006/relationships/image" Target="../media/image69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26" Type="http://schemas.openxmlformats.org/officeDocument/2006/relationships/image" Target="../media/image68.png"/><Relationship Id="rId25" Type="http://schemas.openxmlformats.org/officeDocument/2006/relationships/image" Target="../media/image96.png"/><Relationship Id="rId28" Type="http://schemas.openxmlformats.org/officeDocument/2006/relationships/image" Target="../media/image64.png"/><Relationship Id="rId27" Type="http://schemas.openxmlformats.org/officeDocument/2006/relationships/image" Target="../media/image61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Relationship Id="rId29" Type="http://schemas.openxmlformats.org/officeDocument/2006/relationships/image" Target="../media/image66.png"/><Relationship Id="rId7" Type="http://schemas.openxmlformats.org/officeDocument/2006/relationships/image" Target="../media/image49.png"/><Relationship Id="rId8" Type="http://schemas.openxmlformats.org/officeDocument/2006/relationships/image" Target="../media/image52.png"/><Relationship Id="rId31" Type="http://schemas.openxmlformats.org/officeDocument/2006/relationships/image" Target="../media/image72.png"/><Relationship Id="rId30" Type="http://schemas.openxmlformats.org/officeDocument/2006/relationships/image" Target="../media/image67.png"/><Relationship Id="rId11" Type="http://schemas.openxmlformats.org/officeDocument/2006/relationships/image" Target="../media/image89.png"/><Relationship Id="rId33" Type="http://schemas.openxmlformats.org/officeDocument/2006/relationships/image" Target="../media/image70.png"/><Relationship Id="rId10" Type="http://schemas.openxmlformats.org/officeDocument/2006/relationships/image" Target="../media/image50.png"/><Relationship Id="rId32" Type="http://schemas.openxmlformats.org/officeDocument/2006/relationships/image" Target="../media/image78.png"/><Relationship Id="rId13" Type="http://schemas.openxmlformats.org/officeDocument/2006/relationships/image" Target="../media/image56.png"/><Relationship Id="rId35" Type="http://schemas.openxmlformats.org/officeDocument/2006/relationships/image" Target="../media/image73.png"/><Relationship Id="rId12" Type="http://schemas.openxmlformats.org/officeDocument/2006/relationships/image" Target="../media/image53.png"/><Relationship Id="rId34" Type="http://schemas.openxmlformats.org/officeDocument/2006/relationships/image" Target="../media/image71.png"/><Relationship Id="rId15" Type="http://schemas.openxmlformats.org/officeDocument/2006/relationships/image" Target="../media/image57.png"/><Relationship Id="rId37" Type="http://schemas.openxmlformats.org/officeDocument/2006/relationships/image" Target="../media/image75.png"/><Relationship Id="rId14" Type="http://schemas.openxmlformats.org/officeDocument/2006/relationships/image" Target="../media/image55.png"/><Relationship Id="rId36" Type="http://schemas.openxmlformats.org/officeDocument/2006/relationships/image" Target="../media/image74.png"/><Relationship Id="rId17" Type="http://schemas.openxmlformats.org/officeDocument/2006/relationships/image" Target="../media/image54.png"/><Relationship Id="rId39" Type="http://schemas.openxmlformats.org/officeDocument/2006/relationships/image" Target="../media/image82.png"/><Relationship Id="rId16" Type="http://schemas.openxmlformats.org/officeDocument/2006/relationships/image" Target="../media/image63.png"/><Relationship Id="rId38" Type="http://schemas.openxmlformats.org/officeDocument/2006/relationships/image" Target="../media/image83.png"/><Relationship Id="rId19" Type="http://schemas.openxmlformats.org/officeDocument/2006/relationships/image" Target="../media/image65.png"/><Relationship Id="rId18" Type="http://schemas.openxmlformats.org/officeDocument/2006/relationships/image" Target="../media/image62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123.png"/><Relationship Id="rId42" Type="http://schemas.openxmlformats.org/officeDocument/2006/relationships/image" Target="../media/image120.png"/><Relationship Id="rId41" Type="http://schemas.openxmlformats.org/officeDocument/2006/relationships/image" Target="../media/image126.png"/><Relationship Id="rId44" Type="http://schemas.openxmlformats.org/officeDocument/2006/relationships/image" Target="../media/image121.png"/><Relationship Id="rId43" Type="http://schemas.openxmlformats.org/officeDocument/2006/relationships/image" Target="../media/image127.png"/><Relationship Id="rId46" Type="http://schemas.openxmlformats.org/officeDocument/2006/relationships/image" Target="../media/image124.png"/><Relationship Id="rId45" Type="http://schemas.openxmlformats.org/officeDocument/2006/relationships/image" Target="../media/image128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94.png"/><Relationship Id="rId48" Type="http://schemas.openxmlformats.org/officeDocument/2006/relationships/image" Target="../media/image129.png"/><Relationship Id="rId47" Type="http://schemas.openxmlformats.org/officeDocument/2006/relationships/image" Target="../media/image130.png"/><Relationship Id="rId49" Type="http://schemas.openxmlformats.org/officeDocument/2006/relationships/image" Target="../media/image132.png"/><Relationship Id="rId5" Type="http://schemas.openxmlformats.org/officeDocument/2006/relationships/image" Target="../media/image81.png"/><Relationship Id="rId6" Type="http://schemas.openxmlformats.org/officeDocument/2006/relationships/image" Target="../media/image85.png"/><Relationship Id="rId7" Type="http://schemas.openxmlformats.org/officeDocument/2006/relationships/image" Target="../media/image91.png"/><Relationship Id="rId8" Type="http://schemas.openxmlformats.org/officeDocument/2006/relationships/image" Target="../media/image93.png"/><Relationship Id="rId31" Type="http://schemas.openxmlformats.org/officeDocument/2006/relationships/image" Target="../media/image116.png"/><Relationship Id="rId30" Type="http://schemas.openxmlformats.org/officeDocument/2006/relationships/image" Target="../media/image102.png"/><Relationship Id="rId33" Type="http://schemas.openxmlformats.org/officeDocument/2006/relationships/image" Target="../media/image110.png"/><Relationship Id="rId32" Type="http://schemas.openxmlformats.org/officeDocument/2006/relationships/image" Target="../media/image109.png"/><Relationship Id="rId35" Type="http://schemas.openxmlformats.org/officeDocument/2006/relationships/image" Target="../media/image114.png"/><Relationship Id="rId34" Type="http://schemas.openxmlformats.org/officeDocument/2006/relationships/image" Target="../media/image122.png"/><Relationship Id="rId37" Type="http://schemas.openxmlformats.org/officeDocument/2006/relationships/image" Target="../media/image117.png"/><Relationship Id="rId36" Type="http://schemas.openxmlformats.org/officeDocument/2006/relationships/image" Target="../media/image118.png"/><Relationship Id="rId39" Type="http://schemas.openxmlformats.org/officeDocument/2006/relationships/image" Target="../media/image125.png"/><Relationship Id="rId38" Type="http://schemas.openxmlformats.org/officeDocument/2006/relationships/image" Target="../media/image119.png"/><Relationship Id="rId20" Type="http://schemas.openxmlformats.org/officeDocument/2006/relationships/image" Target="../media/image103.png"/><Relationship Id="rId22" Type="http://schemas.openxmlformats.org/officeDocument/2006/relationships/image" Target="../media/image113.png"/><Relationship Id="rId21" Type="http://schemas.openxmlformats.org/officeDocument/2006/relationships/image" Target="../media/image105.png"/><Relationship Id="rId24" Type="http://schemas.openxmlformats.org/officeDocument/2006/relationships/image" Target="../media/image104.png"/><Relationship Id="rId23" Type="http://schemas.openxmlformats.org/officeDocument/2006/relationships/image" Target="../media/image108.png"/><Relationship Id="rId26" Type="http://schemas.openxmlformats.org/officeDocument/2006/relationships/image" Target="../media/image107.png"/><Relationship Id="rId25" Type="http://schemas.openxmlformats.org/officeDocument/2006/relationships/image" Target="../media/image111.png"/><Relationship Id="rId28" Type="http://schemas.openxmlformats.org/officeDocument/2006/relationships/image" Target="../media/image115.png"/><Relationship Id="rId27" Type="http://schemas.openxmlformats.org/officeDocument/2006/relationships/image" Target="../media/image14.png"/><Relationship Id="rId29" Type="http://schemas.openxmlformats.org/officeDocument/2006/relationships/image" Target="../media/image106.png"/><Relationship Id="rId50" Type="http://schemas.openxmlformats.org/officeDocument/2006/relationships/image" Target="../media/image131.png"/><Relationship Id="rId11" Type="http://schemas.openxmlformats.org/officeDocument/2006/relationships/image" Target="../media/image97.png"/><Relationship Id="rId10" Type="http://schemas.openxmlformats.org/officeDocument/2006/relationships/image" Target="../media/image13.png"/><Relationship Id="rId13" Type="http://schemas.openxmlformats.org/officeDocument/2006/relationships/image" Target="../media/image87.png"/><Relationship Id="rId12" Type="http://schemas.openxmlformats.org/officeDocument/2006/relationships/image" Target="../media/image86.png"/><Relationship Id="rId15" Type="http://schemas.openxmlformats.org/officeDocument/2006/relationships/image" Target="../media/image90.png"/><Relationship Id="rId14" Type="http://schemas.openxmlformats.org/officeDocument/2006/relationships/image" Target="../media/image92.png"/><Relationship Id="rId17" Type="http://schemas.openxmlformats.org/officeDocument/2006/relationships/image" Target="../media/image99.png"/><Relationship Id="rId16" Type="http://schemas.openxmlformats.org/officeDocument/2006/relationships/image" Target="../media/image98.png"/><Relationship Id="rId19" Type="http://schemas.openxmlformats.org/officeDocument/2006/relationships/image" Target="../media/image101.png"/><Relationship Id="rId18" Type="http://schemas.openxmlformats.org/officeDocument/2006/relationships/image" Target="../media/image10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6.jpg"/><Relationship Id="rId4" Type="http://schemas.openxmlformats.org/officeDocument/2006/relationships/image" Target="../media/image1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Онлайн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образование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 rotWithShape="1">
          <a:blip r:embed="rId3">
            <a:alphaModFix/>
          </a:blip>
          <a:srcRect b="10980" l="18452" r="28827" t="10980"/>
          <a:stretch/>
        </p:blipFill>
        <p:spPr>
          <a:xfrm>
            <a:off x="1069674" y="2963889"/>
            <a:ext cx="1508400" cy="1488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>
            <p:ph type="title"/>
          </p:nvPr>
        </p:nvSpPr>
        <p:spPr>
          <a:xfrm>
            <a:off x="500550" y="821224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2418B"/>
                </a:solidFill>
              </a:rPr>
              <a:t>Фамилия Имя </a:t>
            </a:r>
            <a:endParaRPr>
              <a:solidFill>
                <a:srgbClr val="02418B"/>
              </a:solidFill>
            </a:endParaRPr>
          </a:p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Должность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/>
              <a:t>Компания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559075" y="342525"/>
            <a:ext cx="6518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696923" y="1099674"/>
            <a:ext cx="2589300" cy="3837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Цели проекта 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696923" y="1729587"/>
            <a:ext cx="2589300" cy="3837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696923" y="2369806"/>
            <a:ext cx="2589300" cy="3837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Используемые технологии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696923" y="3010040"/>
            <a:ext cx="2589300" cy="3837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96923" y="3608285"/>
            <a:ext cx="2589300" cy="3837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Схемы/архитектура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96923" y="4206531"/>
            <a:ext cx="2589300" cy="383700"/>
          </a:xfrm>
          <a:prstGeom prst="roundRect">
            <a:avLst>
              <a:gd fmla="val 16667" name="adj"/>
            </a:avLst>
          </a:prstGeom>
          <a:solidFill>
            <a:srgbClr val="8B8EE3"/>
          </a:solidFill>
          <a:ln>
            <a:noFill/>
          </a:ln>
        </p:spPr>
        <p:txBody>
          <a:bodyPr anchorCtr="0" anchor="ctr" bIns="91425" lIns="270000" spcFirstLastPara="1" rIns="27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696923" y="1291524"/>
            <a:ext cx="600" cy="6300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696923" y="1921437"/>
            <a:ext cx="600" cy="64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>
            <a:off x="696923" y="2561656"/>
            <a:ext cx="600" cy="64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9"/>
          <p:cNvCxnSpPr/>
          <p:nvPr/>
        </p:nvCxnSpPr>
        <p:spPr>
          <a:xfrm>
            <a:off x="696923" y="3232828"/>
            <a:ext cx="600" cy="64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9"/>
          <p:cNvCxnSpPr/>
          <p:nvPr/>
        </p:nvCxnSpPr>
        <p:spPr>
          <a:xfrm>
            <a:off x="696923" y="3903996"/>
            <a:ext cx="600" cy="640200"/>
          </a:xfrm>
          <a:prstGeom prst="curvedConnector3">
            <a:avLst>
              <a:gd fmla="val -39687500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494775" y="455606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" name="Google Shape;108;p20"/>
          <p:cNvGraphicFramePr/>
          <p:nvPr/>
        </p:nvGraphicFramePr>
        <p:xfrm>
          <a:off x="952500" y="20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{4747BD27-2896-41F6-8E36-1762E6B2BF4C}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20"/>
          <p:cNvSpPr/>
          <p:nvPr/>
        </p:nvSpPr>
        <p:spPr>
          <a:xfrm>
            <a:off x="5854900" y="747350"/>
            <a:ext cx="2907600" cy="7227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Какие цели вы поставили и какие задачи решили своим проектом </a:t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планировалось</a:t>
            </a:r>
            <a:endParaRPr sz="3000"/>
          </a:p>
        </p:txBody>
      </p:sp>
      <p:graphicFrame>
        <p:nvGraphicFramePr>
          <p:cNvPr id="115" name="Google Shape;115;p21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{4747BD27-2896-41F6-8E36-1762E6B2BF4C}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3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3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3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21"/>
          <p:cNvSpPr/>
          <p:nvPr/>
        </p:nvSpPr>
        <p:spPr>
          <a:xfrm>
            <a:off x="5498575" y="391950"/>
            <a:ext cx="3257100" cy="644700"/>
          </a:xfrm>
          <a:prstGeom prst="wedgeRectCallout">
            <a:avLst>
              <a:gd fmla="val -20075" name="adj1"/>
              <a:gd fmla="val 76031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Что было в начале, что знали до курса, сколько времени заняло выполнение проекта</a:t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Используемые технологии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{4747BD27-2896-41F6-8E36-1762E6B2BF4C}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3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3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3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22"/>
          <p:cNvSpPr/>
          <p:nvPr/>
        </p:nvSpPr>
        <p:spPr>
          <a:xfrm>
            <a:off x="4994650" y="3519750"/>
            <a:ext cx="3229200" cy="534900"/>
          </a:xfrm>
          <a:prstGeom prst="wedgeRectCallout">
            <a:avLst>
              <a:gd fmla="val -31236" name="adj1"/>
              <a:gd fmla="val -97297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 и какое у вас мнение о новых технологиях</a:t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pic>
        <p:nvPicPr>
          <p:cNvPr id="129" name="Google Shape;129;p23"/>
          <p:cNvPicPr preferRelativeResize="0"/>
          <p:nvPr/>
        </p:nvPicPr>
        <p:blipFill rotWithShape="1">
          <a:blip r:embed="rId3">
            <a:alphaModFix/>
          </a:blip>
          <a:srcRect b="5830" l="24132" r="21540" t="28362"/>
          <a:stretch/>
        </p:blipFill>
        <p:spPr>
          <a:xfrm>
            <a:off x="5181950" y="1264350"/>
            <a:ext cx="3602048" cy="2908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/>
          <p:nvPr/>
        </p:nvSpPr>
        <p:spPr>
          <a:xfrm>
            <a:off x="668525" y="1211750"/>
            <a:ext cx="39216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Скрины основных экранов приложения и действий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или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Демонстрация приложения и исходных кодов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или</a:t>
            </a:r>
            <a:endParaRPr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ru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Ссылка на репозиторий с исходными кодами или просто удачные кусочки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Схемы (архитектура, БД)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36" name="Google Shape;136;p24"/>
          <p:cNvSpPr/>
          <p:nvPr/>
        </p:nvSpPr>
        <p:spPr>
          <a:xfrm>
            <a:off x="4994650" y="3519750"/>
            <a:ext cx="3229200" cy="534900"/>
          </a:xfrm>
          <a:prstGeom prst="wedgeRectCallout">
            <a:avLst>
              <a:gd fmla="val -31236" name="adj1"/>
              <a:gd fmla="val -97297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Опционально, если ваш проект позволяет это сделать</a:t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 и планы по развитию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142" name="Google Shape;142;p25"/>
          <p:cNvGraphicFramePr/>
          <p:nvPr/>
        </p:nvGraphicFramePr>
        <p:xfrm>
          <a:off x="952500" y="15441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{4747BD27-2896-41F6-8E36-1762E6B2BF4C}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3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3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30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30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25"/>
          <p:cNvSpPr/>
          <p:nvPr/>
        </p:nvSpPr>
        <p:spPr>
          <a:xfrm>
            <a:off x="4994650" y="3348050"/>
            <a:ext cx="3229200" cy="706500"/>
          </a:xfrm>
          <a:prstGeom prst="wedgeRectCallout">
            <a:avLst>
              <a:gd fmla="val -31236" name="adj1"/>
              <a:gd fmla="val -97297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Запланируйте пару минут на рефлексию в конце защиты проекта и расскажите о планах по развитию</a:t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Спасибо за внимание!</a:t>
            </a:r>
            <a:br>
              <a:rPr b="0" lang="ru" sz="5000"/>
            </a:br>
            <a:endParaRPr sz="4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Инструкции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500550" y="330732"/>
            <a:ext cx="85206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877" y="38519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877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87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87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8"/>
          <p:cNvSpPr txBox="1"/>
          <p:nvPr/>
        </p:nvSpPr>
        <p:spPr>
          <a:xfrm>
            <a:off x="544450" y="1126669"/>
            <a:ext cx="25881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Работа с данными</a:t>
            </a:r>
            <a:endParaRPr b="1" sz="15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" name="Google Shape;164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13117" y="38519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13117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1311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1311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0850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0850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/>
          <p:nvPr/>
        </p:nvSpPr>
        <p:spPr>
          <a:xfrm>
            <a:off x="3111675" y="1126669"/>
            <a:ext cx="15798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Интернет/Сети</a:t>
            </a:r>
            <a:endParaRPr b="1" sz="15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97202" y="38519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97202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97202" y="1597223"/>
            <a:ext cx="620721" cy="62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197202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903810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903810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903810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610570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610570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610570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317315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5317315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317315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2008368" y="3113081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2008368" y="385192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3903671" y="385192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317176" y="3851950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610430" y="3851950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/>
          <p:nvPr/>
        </p:nvSpPr>
        <p:spPr>
          <a:xfrm>
            <a:off x="6135375" y="330725"/>
            <a:ext cx="2655300" cy="620700"/>
          </a:xfrm>
          <a:prstGeom prst="wedgeRectCallout">
            <a:avLst>
              <a:gd fmla="val -20904" name="adj1"/>
              <a:gd fmla="val 84002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Используйте иллюстрации. Они облегчают восприятие материала</a:t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28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545327" y="38519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538852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8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652852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8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652852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>
            <p:ph idx="4294967295" type="subTitle"/>
          </p:nvPr>
        </p:nvSpPr>
        <p:spPr>
          <a:xfrm>
            <a:off x="6455100" y="1126669"/>
            <a:ext cx="15798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Люди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260470" y="385193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7253995" y="311336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8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7243670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8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7243670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7958827" y="159722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7958827" y="23551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500550" y="330732"/>
            <a:ext cx="85206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pic>
        <p:nvPicPr>
          <p:cNvPr id="206" name="Google Shape;2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27" y="387687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02" y="313765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389" y="1621919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7389" y="2369222"/>
            <a:ext cx="620721" cy="62071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 txBox="1"/>
          <p:nvPr>
            <p:ph idx="4294967295" type="subTitle"/>
          </p:nvPr>
        </p:nvSpPr>
        <p:spPr>
          <a:xfrm>
            <a:off x="543825" y="1132719"/>
            <a:ext cx="25881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Обучение, исследование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11" name="Google Shape;21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1895" y="387687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19070" y="313765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19258" y="1621919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19258" y="236922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043789" y="1621919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043789" y="236922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43592" y="3137513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056421" y="3876731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>
            <p:ph idx="4294967295" type="subTitle"/>
          </p:nvPr>
        </p:nvSpPr>
        <p:spPr>
          <a:xfrm>
            <a:off x="3243325" y="1132719"/>
            <a:ext cx="25881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Компьютерные игры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20" name="Google Shape;220;p2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310877" y="313765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310877" y="1621918"/>
            <a:ext cx="620721" cy="62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310877" y="236922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046945" y="313765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046945" y="1621919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046945" y="236922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3310864" y="387687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783158" y="1621919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046945" y="387687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4783018" y="2369081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783018" y="3137513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4783018" y="3876731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>
            <p:ph idx="4294967295" type="subTitle"/>
          </p:nvPr>
        </p:nvSpPr>
        <p:spPr>
          <a:xfrm>
            <a:off x="5851075" y="1132719"/>
            <a:ext cx="15798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Технологии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33" name="Google Shape;233;p2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929664" y="387687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929664" y="313765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929664" y="1621918"/>
            <a:ext cx="620721" cy="62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9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5929664" y="236922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6654295" y="387687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9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654295" y="313765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6654295" y="1621919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6654295" y="236922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9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7378933" y="387687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9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7378933" y="313765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9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7378933" y="1621919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9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7378933" y="236922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9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8087089" y="3137653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8087089" y="1621919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8087089" y="2369222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8087089" y="3876872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500550" y="330732"/>
            <a:ext cx="8520600" cy="8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иллюстрациями</a:t>
            </a:r>
            <a:endParaRPr/>
          </a:p>
        </p:txBody>
      </p:sp>
      <p:sp>
        <p:nvSpPr>
          <p:cNvPr id="254" name="Google Shape;254;p30"/>
          <p:cNvSpPr txBox="1"/>
          <p:nvPr>
            <p:ph idx="4294967295" type="subTitle"/>
          </p:nvPr>
        </p:nvSpPr>
        <p:spPr>
          <a:xfrm>
            <a:off x="6906750" y="1130969"/>
            <a:ext cx="27240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Коммуникации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55" name="Google Shape;2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389" y="3113094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8402" y="1596906"/>
            <a:ext cx="621001" cy="62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8389" y="2355156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8396" y="3833013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28351" y="2358356"/>
            <a:ext cx="620719" cy="62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28363" y="1596909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27987" y="3116294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28154" y="3836213"/>
            <a:ext cx="621000" cy="6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>
            <p:ph idx="4294967295" type="subTitle"/>
          </p:nvPr>
        </p:nvSpPr>
        <p:spPr>
          <a:xfrm>
            <a:off x="6906750" y="1130969"/>
            <a:ext cx="15798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Коммуникации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64" name="Google Shape;264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20873" y="312483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348999" y="312483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079953" y="3124836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348999" y="3884128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18023" y="3884128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2079813" y="3883848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0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348859" y="1605694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0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17884" y="1605694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0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816814" y="1597219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0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079813" y="1605694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553827" y="3875373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553827" y="3116081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0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2816814" y="2356790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0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553827" y="1597219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0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623721" y="236526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2079813" y="236526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1348859" y="2365265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0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3553827" y="2356790"/>
            <a:ext cx="621000" cy="6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0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816954" y="3116361"/>
            <a:ext cx="620721" cy="62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0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2816954" y="3875653"/>
            <a:ext cx="620721" cy="62072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 txBox="1"/>
          <p:nvPr>
            <p:ph idx="4294967295" type="subTitle"/>
          </p:nvPr>
        </p:nvSpPr>
        <p:spPr>
          <a:xfrm>
            <a:off x="527075" y="1137569"/>
            <a:ext cx="15798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Разное</a:t>
            </a:r>
            <a:endParaRPr b="1" sz="1500">
              <a:solidFill>
                <a:srgbClr val="013D85"/>
              </a:solidFill>
            </a:endParaRPr>
          </a:p>
        </p:txBody>
      </p:sp>
      <p:sp>
        <p:nvSpPr>
          <p:cNvPr id="285" name="Google Shape;285;p30"/>
          <p:cNvSpPr txBox="1"/>
          <p:nvPr>
            <p:ph idx="4294967295" type="subTitle"/>
          </p:nvPr>
        </p:nvSpPr>
        <p:spPr>
          <a:xfrm>
            <a:off x="4444200" y="1137569"/>
            <a:ext cx="1974300" cy="4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13D85"/>
                </a:solidFill>
              </a:rPr>
              <a:t>Флажки/Метки</a:t>
            </a:r>
            <a:endParaRPr b="1" sz="1500">
              <a:solidFill>
                <a:srgbClr val="013D85"/>
              </a:solidFill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523225" y="2135910"/>
            <a:ext cx="440289" cy="44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0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162294" y="4088020"/>
            <a:ext cx="443129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0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4557875" y="2776398"/>
            <a:ext cx="443128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0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4557887" y="3485217"/>
            <a:ext cx="443129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5060217" y="2135910"/>
            <a:ext cx="440289" cy="44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6162294" y="3484892"/>
            <a:ext cx="443129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0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5077187" y="2776398"/>
            <a:ext cx="443128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0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5077199" y="3485217"/>
            <a:ext cx="443129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0"/>
          <p:cNvPicPr preferRelativeResize="0"/>
          <p:nvPr/>
        </p:nvPicPr>
        <p:blipFill rotWithShape="1">
          <a:blip r:embed="rId39">
            <a:alphaModFix/>
          </a:blip>
          <a:srcRect b="0" l="0" r="0" t="0"/>
          <a:stretch/>
        </p:blipFill>
        <p:spPr>
          <a:xfrm>
            <a:off x="5609672" y="2135910"/>
            <a:ext cx="440289" cy="44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0"/>
          <p:cNvPicPr preferRelativeResize="0"/>
          <p:nvPr/>
        </p:nvPicPr>
        <p:blipFill rotWithShape="1">
          <a:blip r:embed="rId40">
            <a:alphaModFix/>
          </a:blip>
          <a:srcRect b="0" l="0" r="0" t="0"/>
          <a:stretch/>
        </p:blipFill>
        <p:spPr>
          <a:xfrm>
            <a:off x="5609672" y="1597225"/>
            <a:ext cx="440289" cy="44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0"/>
          <p:cNvPicPr preferRelativeResize="0"/>
          <p:nvPr/>
        </p:nvPicPr>
        <p:blipFill rotWithShape="1">
          <a:blip r:embed="rId41">
            <a:alphaModFix/>
          </a:blip>
          <a:srcRect b="0" l="0" r="0" t="0"/>
          <a:stretch/>
        </p:blipFill>
        <p:spPr>
          <a:xfrm>
            <a:off x="5616740" y="2776398"/>
            <a:ext cx="443129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/>
          <p:cNvPicPr preferRelativeResize="0"/>
          <p:nvPr/>
        </p:nvPicPr>
        <p:blipFill rotWithShape="1">
          <a:blip r:embed="rId42">
            <a:alphaModFix/>
          </a:blip>
          <a:srcRect b="0" l="0" r="0" t="0"/>
          <a:stretch/>
        </p:blipFill>
        <p:spPr>
          <a:xfrm>
            <a:off x="5616752" y="3485217"/>
            <a:ext cx="443129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0"/>
          <p:cNvPicPr preferRelativeResize="0"/>
          <p:nvPr/>
        </p:nvPicPr>
        <p:blipFill rotWithShape="1">
          <a:blip r:embed="rId43">
            <a:alphaModFix/>
          </a:blip>
          <a:srcRect b="0" l="0" r="0" t="0"/>
          <a:stretch/>
        </p:blipFill>
        <p:spPr>
          <a:xfrm>
            <a:off x="4523225" y="1597225"/>
            <a:ext cx="440289" cy="44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0"/>
          <p:cNvPicPr preferRelativeResize="0"/>
          <p:nvPr/>
        </p:nvPicPr>
        <p:blipFill rotWithShape="1">
          <a:blip r:embed="rId44">
            <a:alphaModFix/>
          </a:blip>
          <a:srcRect b="0" l="0" r="0" t="0"/>
          <a:stretch/>
        </p:blipFill>
        <p:spPr>
          <a:xfrm>
            <a:off x="6163714" y="1596900"/>
            <a:ext cx="440289" cy="44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0"/>
          <p:cNvPicPr preferRelativeResize="0"/>
          <p:nvPr/>
        </p:nvPicPr>
        <p:blipFill rotWithShape="1">
          <a:blip r:embed="rId45">
            <a:alphaModFix/>
          </a:blip>
          <a:srcRect b="0" l="0" r="0" t="0"/>
          <a:stretch/>
        </p:blipFill>
        <p:spPr>
          <a:xfrm>
            <a:off x="6162294" y="2776049"/>
            <a:ext cx="443129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0"/>
          <p:cNvPicPr preferRelativeResize="0"/>
          <p:nvPr/>
        </p:nvPicPr>
        <p:blipFill rotWithShape="1">
          <a:blip r:embed="rId46">
            <a:alphaModFix/>
          </a:blip>
          <a:srcRect b="0" l="0" r="0" t="0"/>
          <a:stretch/>
        </p:blipFill>
        <p:spPr>
          <a:xfrm>
            <a:off x="5616750" y="4088345"/>
            <a:ext cx="443129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 rotWithShape="1">
          <a:blip r:embed="rId47">
            <a:alphaModFix/>
          </a:blip>
          <a:srcRect b="0" l="0" r="0" t="0"/>
          <a:stretch/>
        </p:blipFill>
        <p:spPr>
          <a:xfrm>
            <a:off x="5060217" y="1597225"/>
            <a:ext cx="440289" cy="44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48">
            <a:alphaModFix/>
          </a:blip>
          <a:srcRect b="0" l="0" r="0" t="0"/>
          <a:stretch/>
        </p:blipFill>
        <p:spPr>
          <a:xfrm>
            <a:off x="6163714" y="2135585"/>
            <a:ext cx="440289" cy="440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 rotWithShape="1">
          <a:blip r:embed="rId49">
            <a:alphaModFix/>
          </a:blip>
          <a:srcRect b="0" l="0" r="0" t="0"/>
          <a:stretch/>
        </p:blipFill>
        <p:spPr>
          <a:xfrm>
            <a:off x="4604823" y="4088345"/>
            <a:ext cx="443129" cy="44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50">
            <a:alphaModFix/>
          </a:blip>
          <a:srcRect b="0" l="0" r="0" t="0"/>
          <a:stretch/>
        </p:blipFill>
        <p:spPr>
          <a:xfrm>
            <a:off x="5077215" y="4088345"/>
            <a:ext cx="443129" cy="44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31"/>
          <p:cNvPicPr preferRelativeResize="0"/>
          <p:nvPr/>
        </p:nvPicPr>
        <p:blipFill rotWithShape="1">
          <a:blip r:embed="rId3">
            <a:alphaModFix/>
          </a:blip>
          <a:srcRect b="7806" l="0" r="0" t="7798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1"/>
          <p:cNvSpPr/>
          <p:nvPr/>
        </p:nvSpPr>
        <p:spPr>
          <a:xfrm>
            <a:off x="360000" y="3625575"/>
            <a:ext cx="3004800" cy="847800"/>
          </a:xfrm>
          <a:prstGeom prst="wedgeRectCallout">
            <a:avLst>
              <a:gd fmla="val -21766" name="adj1"/>
              <a:gd fmla="val 82835" name="adj2"/>
            </a:avLst>
          </a:prstGeom>
          <a:solidFill>
            <a:srgbClr val="F3F3F3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6000" lIns="198000" spcFirstLastPara="1" rIns="198000" wrap="square" tIns="12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Чтобы добавить картинку на весь</a:t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2418B"/>
                </a:solidFill>
                <a:latin typeface="Roboto"/>
                <a:ea typeface="Roboto"/>
                <a:cs typeface="Roboto"/>
                <a:sym typeface="Roboto"/>
              </a:rPr>
              <a:t>слайд (так органичнее и эффектнее), используйте этот мастер-слайд</a:t>
            </a:r>
            <a:endParaRPr sz="1100">
              <a:solidFill>
                <a:srgbClr val="02418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быстро заменить картинку</a:t>
            </a:r>
            <a:endParaRPr/>
          </a:p>
        </p:txBody>
      </p:sp>
      <p:sp>
        <p:nvSpPr>
          <p:cNvPr id="317" name="Google Shape;317;p32"/>
          <p:cNvSpPr txBox="1"/>
          <p:nvPr>
            <p:ph idx="4294967295" type="subTitle"/>
          </p:nvPr>
        </p:nvSpPr>
        <p:spPr>
          <a:xfrm>
            <a:off x="5509200" y="1187525"/>
            <a:ext cx="3341700" cy="18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Кликните правой кнопко</a:t>
            </a:r>
            <a:r>
              <a:rPr lang="ru" sz="1100"/>
              <a:t>й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мыши на изображение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Перейдите в пункт «заменить изображение», далее выберите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нужный вариант загрузки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Двойным щелчком по картинке вы сможете настроить нужный размер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и положение изображения</a:t>
            </a:r>
            <a:endParaRPr sz="1100"/>
          </a:p>
        </p:txBody>
      </p:sp>
      <p:pic>
        <p:nvPicPr>
          <p:cNvPr id="318" name="Google Shape;318;p32"/>
          <p:cNvPicPr preferRelativeResize="0"/>
          <p:nvPr/>
        </p:nvPicPr>
        <p:blipFill rotWithShape="1">
          <a:blip r:embed="rId3">
            <a:alphaModFix/>
          </a:blip>
          <a:srcRect b="0" l="1603" r="0" t="0"/>
          <a:stretch/>
        </p:blipFill>
        <p:spPr>
          <a:xfrm>
            <a:off x="619700" y="1290525"/>
            <a:ext cx="4714251" cy="3432275"/>
          </a:xfrm>
          <a:prstGeom prst="rect">
            <a:avLst/>
          </a:prstGeom>
          <a:noFill/>
          <a:ln cap="flat" cmpd="sng" w="19050">
            <a:solidFill>
              <a:srgbClr val="BFC1F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9" name="Google Shape;319;p32"/>
          <p:cNvPicPr preferRelativeResize="0"/>
          <p:nvPr/>
        </p:nvPicPr>
        <p:blipFill rotWithShape="1">
          <a:blip r:embed="rId4">
            <a:alphaModFix/>
          </a:blip>
          <a:srcRect b="0" l="0" r="6872" t="0"/>
          <a:stretch/>
        </p:blipFill>
        <p:spPr>
          <a:xfrm>
            <a:off x="5765891" y="3258848"/>
            <a:ext cx="2143109" cy="1463951"/>
          </a:xfrm>
          <a:prstGeom prst="rect">
            <a:avLst/>
          </a:prstGeom>
          <a:noFill/>
          <a:ln cap="flat" cmpd="sng" w="19050">
            <a:solidFill>
              <a:srgbClr val="BFC1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Шаблоны слайдов</a:t>
            </a:r>
            <a:endParaRPr/>
          </a:p>
        </p:txBody>
      </p:sp>
      <p:sp>
        <p:nvSpPr>
          <p:cNvPr id="325" name="Google Shape;325;p33"/>
          <p:cNvSpPr txBox="1"/>
          <p:nvPr>
            <p:ph idx="4294967295" type="subTitle"/>
          </p:nvPr>
        </p:nvSpPr>
        <p:spPr>
          <a:xfrm>
            <a:off x="6408425" y="1316150"/>
            <a:ext cx="2415900" cy="14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Чтобы использовать готовые решения слайдов, нужно перейти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в пункт меню «Слайд»,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далее в выпадающем списке найти подпункт «Выбрать макет». </a:t>
            </a:r>
            <a:endParaRPr sz="1100"/>
          </a:p>
        </p:txBody>
      </p:sp>
      <p:pic>
        <p:nvPicPr>
          <p:cNvPr id="326" name="Google Shape;3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175" y="1316150"/>
            <a:ext cx="5582577" cy="3238749"/>
          </a:xfrm>
          <a:prstGeom prst="rect">
            <a:avLst/>
          </a:prstGeom>
          <a:noFill/>
          <a:ln cap="flat" cmpd="sng" w="19050">
            <a:solidFill>
              <a:srgbClr val="BFC1F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