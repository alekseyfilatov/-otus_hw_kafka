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4082">
          <p15:clr>
            <a:srgbClr val="9AA0A6"/>
          </p15:clr>
        </p15:guide>
        <p15:guide id="4" orient="horz" pos="23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0CEB40-6BD4-464A-A0B0-907C4432BFB5}">
  <a:tblStyle styleId="{4A0CEB40-6BD4-464A-A0B0-907C4432BF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227"/>
        <p:guide pos="4082" orient="horz"/>
        <p:guide pos="23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e823becd0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e823bec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e823becd0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e8d46ed6b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e8d46ed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f29b9fb24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f29b9fb2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8d46ed6bd_0_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e8d46ed6b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8d46ed6bd_0_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8d46ed6b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e8d46ed6bd_0_9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e8d46ed6b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e8d46ed6bd_0_1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e8d46ed6b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e8d46ed6bd_0_2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e8d46ed6b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e3a7074569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e3a707456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04b8b6756_0_1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04b8b675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f083eacd73_0_2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f083eacd73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f083eacd73_0_2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f083eacd73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f083eacd73_0_2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f083eacd73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f083eacd73_0_3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f083eacd73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f083eacd73_0_3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f083eacd73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e04b8b6756_0_1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e04b8b675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e04b8b6756_0_1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e04b8b675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916" y="-13437"/>
            <a:ext cx="9179832" cy="6884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92250" y="5698975"/>
            <a:ext cx="50514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792250" y="2562125"/>
            <a:ext cx="8183100" cy="29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2485475"/>
            <a:ext cx="79353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00550" y="190195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500550" y="1094951"/>
            <a:ext cx="8520600" cy="26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500550" y="609750"/>
            <a:ext cx="77967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None/>
              <a:defRPr sz="17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3135425" y="4174975"/>
            <a:ext cx="58563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700"/>
              <a:buNone/>
              <a:defRPr b="1" sz="1700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3135425" y="4575175"/>
            <a:ext cx="58563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3135425" y="5086600"/>
            <a:ext cx="58563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>
            <p:ph type="title"/>
          </p:nvPr>
        </p:nvSpPr>
        <p:spPr>
          <a:xfrm>
            <a:off x="956225" y="528525"/>
            <a:ext cx="7706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4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4348975" y="2694775"/>
            <a:ext cx="43917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00"/>
              <a:buNone/>
              <a:defRPr b="1" sz="19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2" type="subTitle"/>
          </p:nvPr>
        </p:nvSpPr>
        <p:spPr>
          <a:xfrm>
            <a:off x="4348975" y="3410125"/>
            <a:ext cx="4587900" cy="27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609075" y="16278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609075" y="388828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606200" y="1616750"/>
            <a:ext cx="79386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805350" y="1763228"/>
            <a:ext cx="82263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2"/>
          <p:cNvSpPr/>
          <p:nvPr/>
        </p:nvSpPr>
        <p:spPr>
          <a:xfrm>
            <a:off x="606200" y="1616750"/>
            <a:ext cx="7938600" cy="47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729150" y="1763228"/>
            <a:ext cx="82263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  <a:defRPr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30000" y="1747175"/>
            <a:ext cx="7862400" cy="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13"/>
          <p:cNvSpPr/>
          <p:nvPr/>
        </p:nvSpPr>
        <p:spPr>
          <a:xfrm>
            <a:off x="606200" y="2858975"/>
            <a:ext cx="7938600" cy="3285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2" type="subTitle"/>
          </p:nvPr>
        </p:nvSpPr>
        <p:spPr>
          <a:xfrm>
            <a:off x="795050" y="2960050"/>
            <a:ext cx="7568100" cy="31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362300" y="1616750"/>
            <a:ext cx="47487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500550" y="1763225"/>
            <a:ext cx="44286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2" name="Google Shape;62;p14"/>
          <p:cNvSpPr txBox="1"/>
          <p:nvPr>
            <p:ph idx="2" type="subTitle"/>
          </p:nvPr>
        </p:nvSpPr>
        <p:spPr>
          <a:xfrm>
            <a:off x="5555275" y="1763225"/>
            <a:ext cx="3151200" cy="4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ршрут вебинара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359175" y="1737600"/>
            <a:ext cx="45057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81000" lvl="0" marL="4572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b="0" sz="2400">
                <a:solidFill>
                  <a:schemeClr val="dk1"/>
                </a:solidFill>
              </a:defRPr>
            </a:lvl1pPr>
            <a:lvl2pPr indent="-330200" lvl="1" marL="9144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6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916" y="-13437"/>
            <a:ext cx="9179832" cy="68848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792250" y="5698975"/>
            <a:ext cx="50514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" name="Google Shape;74;p17"/>
          <p:cNvSpPr txBox="1"/>
          <p:nvPr>
            <p:ph type="title"/>
          </p:nvPr>
        </p:nvSpPr>
        <p:spPr>
          <a:xfrm>
            <a:off x="792250" y="2562125"/>
            <a:ext cx="8183100" cy="29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729150" y="2485475"/>
            <a:ext cx="79353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500550" y="190195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500550" y="1094951"/>
            <a:ext cx="8520600" cy="26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500550" y="609750"/>
            <a:ext cx="77967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None/>
              <a:defRPr sz="17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2" type="subTitle"/>
          </p:nvPr>
        </p:nvSpPr>
        <p:spPr>
          <a:xfrm>
            <a:off x="3135425" y="4174975"/>
            <a:ext cx="58563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700"/>
              <a:buNone/>
              <a:defRPr b="1" sz="1700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3" type="subTitle"/>
          </p:nvPr>
        </p:nvSpPr>
        <p:spPr>
          <a:xfrm>
            <a:off x="3135425" y="4575175"/>
            <a:ext cx="58563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4" type="subTitle"/>
          </p:nvPr>
        </p:nvSpPr>
        <p:spPr>
          <a:xfrm>
            <a:off x="3135425" y="5086600"/>
            <a:ext cx="58563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1" name="Google Shape;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>
            <p:ph type="title"/>
          </p:nvPr>
        </p:nvSpPr>
        <p:spPr>
          <a:xfrm>
            <a:off x="956225" y="528525"/>
            <a:ext cx="7706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4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" type="subTitle"/>
          </p:nvPr>
        </p:nvSpPr>
        <p:spPr>
          <a:xfrm>
            <a:off x="4348975" y="2694775"/>
            <a:ext cx="43917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00"/>
              <a:buNone/>
              <a:defRPr b="1" sz="19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2" type="subTitle"/>
          </p:nvPr>
        </p:nvSpPr>
        <p:spPr>
          <a:xfrm>
            <a:off x="4348975" y="3410125"/>
            <a:ext cx="4587900" cy="27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3"/>
          <p:cNvSpPr txBox="1"/>
          <p:nvPr>
            <p:ph type="title"/>
          </p:nvPr>
        </p:nvSpPr>
        <p:spPr>
          <a:xfrm>
            <a:off x="609075" y="16278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0" name="Google Shape;100;p23"/>
          <p:cNvSpPr txBox="1"/>
          <p:nvPr>
            <p:ph idx="1" type="subTitle"/>
          </p:nvPr>
        </p:nvSpPr>
        <p:spPr>
          <a:xfrm>
            <a:off x="609075" y="388828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01" name="Google Shape;101;p23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6"/>
          <p:cNvSpPr/>
          <p:nvPr/>
        </p:nvSpPr>
        <p:spPr>
          <a:xfrm>
            <a:off x="606200" y="1616750"/>
            <a:ext cx="79386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6"/>
          <p:cNvSpPr txBox="1"/>
          <p:nvPr>
            <p:ph idx="1" type="subTitle"/>
          </p:nvPr>
        </p:nvSpPr>
        <p:spPr>
          <a:xfrm>
            <a:off x="805350" y="1763228"/>
            <a:ext cx="82263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7"/>
          <p:cNvSpPr/>
          <p:nvPr/>
        </p:nvSpPr>
        <p:spPr>
          <a:xfrm>
            <a:off x="606200" y="1616750"/>
            <a:ext cx="7938600" cy="47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7"/>
          <p:cNvSpPr txBox="1"/>
          <p:nvPr>
            <p:ph idx="1" type="subTitle"/>
          </p:nvPr>
        </p:nvSpPr>
        <p:spPr>
          <a:xfrm>
            <a:off x="729150" y="1763228"/>
            <a:ext cx="82263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  <a:defRPr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subTitle"/>
          </p:nvPr>
        </p:nvSpPr>
        <p:spPr>
          <a:xfrm>
            <a:off x="530000" y="1747175"/>
            <a:ext cx="7862400" cy="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28"/>
          <p:cNvSpPr/>
          <p:nvPr/>
        </p:nvSpPr>
        <p:spPr>
          <a:xfrm>
            <a:off x="606200" y="2858975"/>
            <a:ext cx="7938600" cy="3285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8"/>
          <p:cNvSpPr txBox="1"/>
          <p:nvPr>
            <p:ph idx="2" type="subTitle"/>
          </p:nvPr>
        </p:nvSpPr>
        <p:spPr>
          <a:xfrm>
            <a:off x="795050" y="2960050"/>
            <a:ext cx="7568100" cy="31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29"/>
          <p:cNvSpPr/>
          <p:nvPr/>
        </p:nvSpPr>
        <p:spPr>
          <a:xfrm>
            <a:off x="362300" y="1616750"/>
            <a:ext cx="47487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9"/>
          <p:cNvSpPr txBox="1"/>
          <p:nvPr>
            <p:ph idx="1" type="subTitle"/>
          </p:nvPr>
        </p:nvSpPr>
        <p:spPr>
          <a:xfrm>
            <a:off x="500550" y="1763225"/>
            <a:ext cx="44286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24" name="Google Shape;124;p29"/>
          <p:cNvSpPr txBox="1"/>
          <p:nvPr>
            <p:ph idx="2" type="subTitle"/>
          </p:nvPr>
        </p:nvSpPr>
        <p:spPr>
          <a:xfrm>
            <a:off x="5555275" y="1763225"/>
            <a:ext cx="3151200" cy="4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"/>
              <a:buNone/>
              <a:defRPr b="1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901958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"/>
              <a:buNone/>
              <a:defRPr b="1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24350" y="1901958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png"/><Relationship Id="rId22" Type="http://schemas.openxmlformats.org/officeDocument/2006/relationships/image" Target="../media/image25.png"/><Relationship Id="rId21" Type="http://schemas.openxmlformats.org/officeDocument/2006/relationships/image" Target="../media/image26.png"/><Relationship Id="rId24" Type="http://schemas.openxmlformats.org/officeDocument/2006/relationships/image" Target="../media/image35.png"/><Relationship Id="rId23" Type="http://schemas.openxmlformats.org/officeDocument/2006/relationships/image" Target="../media/image33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Relationship Id="rId26" Type="http://schemas.openxmlformats.org/officeDocument/2006/relationships/image" Target="../media/image32.png"/><Relationship Id="rId25" Type="http://schemas.openxmlformats.org/officeDocument/2006/relationships/image" Target="../media/image31.png"/><Relationship Id="rId28" Type="http://schemas.openxmlformats.org/officeDocument/2006/relationships/image" Target="../media/image40.png"/><Relationship Id="rId27" Type="http://schemas.openxmlformats.org/officeDocument/2006/relationships/image" Target="../media/image38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29" Type="http://schemas.openxmlformats.org/officeDocument/2006/relationships/image" Target="../media/image41.png"/><Relationship Id="rId7" Type="http://schemas.openxmlformats.org/officeDocument/2006/relationships/image" Target="../media/image10.png"/><Relationship Id="rId8" Type="http://schemas.openxmlformats.org/officeDocument/2006/relationships/image" Target="../media/image8.png"/><Relationship Id="rId30" Type="http://schemas.openxmlformats.org/officeDocument/2006/relationships/image" Target="../media/image42.png"/><Relationship Id="rId11" Type="http://schemas.openxmlformats.org/officeDocument/2006/relationships/image" Target="../media/image21.png"/><Relationship Id="rId10" Type="http://schemas.openxmlformats.org/officeDocument/2006/relationships/image" Target="../media/image17.png"/><Relationship Id="rId13" Type="http://schemas.openxmlformats.org/officeDocument/2006/relationships/image" Target="../media/image15.png"/><Relationship Id="rId12" Type="http://schemas.openxmlformats.org/officeDocument/2006/relationships/image" Target="../media/image22.png"/><Relationship Id="rId15" Type="http://schemas.openxmlformats.org/officeDocument/2006/relationships/image" Target="../media/image30.png"/><Relationship Id="rId14" Type="http://schemas.openxmlformats.org/officeDocument/2006/relationships/image" Target="../media/image18.png"/><Relationship Id="rId17" Type="http://schemas.openxmlformats.org/officeDocument/2006/relationships/image" Target="../media/image23.png"/><Relationship Id="rId16" Type="http://schemas.openxmlformats.org/officeDocument/2006/relationships/image" Target="../media/image28.png"/><Relationship Id="rId19" Type="http://schemas.openxmlformats.org/officeDocument/2006/relationships/image" Target="../media/image24.png"/><Relationship Id="rId18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5.png"/><Relationship Id="rId22" Type="http://schemas.openxmlformats.org/officeDocument/2006/relationships/image" Target="../media/image59.png"/><Relationship Id="rId21" Type="http://schemas.openxmlformats.org/officeDocument/2006/relationships/image" Target="../media/image52.png"/><Relationship Id="rId24" Type="http://schemas.openxmlformats.org/officeDocument/2006/relationships/image" Target="../media/image61.png"/><Relationship Id="rId23" Type="http://schemas.openxmlformats.org/officeDocument/2006/relationships/image" Target="../media/image56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Relationship Id="rId9" Type="http://schemas.openxmlformats.org/officeDocument/2006/relationships/image" Target="../media/image47.png"/><Relationship Id="rId26" Type="http://schemas.openxmlformats.org/officeDocument/2006/relationships/image" Target="../media/image62.png"/><Relationship Id="rId25" Type="http://schemas.openxmlformats.org/officeDocument/2006/relationships/image" Target="../media/image57.png"/><Relationship Id="rId28" Type="http://schemas.openxmlformats.org/officeDocument/2006/relationships/image" Target="../media/image68.png"/><Relationship Id="rId27" Type="http://schemas.openxmlformats.org/officeDocument/2006/relationships/image" Target="../media/image63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29" Type="http://schemas.openxmlformats.org/officeDocument/2006/relationships/image" Target="../media/image69.png"/><Relationship Id="rId7" Type="http://schemas.openxmlformats.org/officeDocument/2006/relationships/image" Target="../media/image43.png"/><Relationship Id="rId8" Type="http://schemas.openxmlformats.org/officeDocument/2006/relationships/image" Target="../media/image46.png"/><Relationship Id="rId30" Type="http://schemas.openxmlformats.org/officeDocument/2006/relationships/image" Target="../media/image67.png"/><Relationship Id="rId11" Type="http://schemas.openxmlformats.org/officeDocument/2006/relationships/image" Target="../media/image45.png"/><Relationship Id="rId10" Type="http://schemas.openxmlformats.org/officeDocument/2006/relationships/image" Target="../media/image51.png"/><Relationship Id="rId13" Type="http://schemas.openxmlformats.org/officeDocument/2006/relationships/image" Target="../media/image48.png"/><Relationship Id="rId12" Type="http://schemas.openxmlformats.org/officeDocument/2006/relationships/image" Target="../media/image44.png"/><Relationship Id="rId15" Type="http://schemas.openxmlformats.org/officeDocument/2006/relationships/image" Target="../media/image49.png"/><Relationship Id="rId14" Type="http://schemas.openxmlformats.org/officeDocument/2006/relationships/image" Target="../media/image50.png"/><Relationship Id="rId17" Type="http://schemas.openxmlformats.org/officeDocument/2006/relationships/image" Target="../media/image53.png"/><Relationship Id="rId16" Type="http://schemas.openxmlformats.org/officeDocument/2006/relationships/image" Target="../media/image54.png"/><Relationship Id="rId19" Type="http://schemas.openxmlformats.org/officeDocument/2006/relationships/image" Target="../media/image58.png"/><Relationship Id="rId18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83.png"/><Relationship Id="rId22" Type="http://schemas.openxmlformats.org/officeDocument/2006/relationships/image" Target="../media/image87.png"/><Relationship Id="rId21" Type="http://schemas.openxmlformats.org/officeDocument/2006/relationships/image" Target="../media/image85.png"/><Relationship Id="rId24" Type="http://schemas.openxmlformats.org/officeDocument/2006/relationships/image" Target="../media/image95.png"/><Relationship Id="rId23" Type="http://schemas.openxmlformats.org/officeDocument/2006/relationships/image" Target="../media/image94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9" Type="http://schemas.openxmlformats.org/officeDocument/2006/relationships/image" Target="../media/image73.png"/><Relationship Id="rId5" Type="http://schemas.openxmlformats.org/officeDocument/2006/relationships/image" Target="../media/image77.png"/><Relationship Id="rId6" Type="http://schemas.openxmlformats.org/officeDocument/2006/relationships/image" Target="../media/image66.png"/><Relationship Id="rId7" Type="http://schemas.openxmlformats.org/officeDocument/2006/relationships/image" Target="../media/image79.png"/><Relationship Id="rId8" Type="http://schemas.openxmlformats.org/officeDocument/2006/relationships/image" Target="../media/image71.png"/><Relationship Id="rId11" Type="http://schemas.openxmlformats.org/officeDocument/2006/relationships/image" Target="../media/image74.png"/><Relationship Id="rId10" Type="http://schemas.openxmlformats.org/officeDocument/2006/relationships/image" Target="../media/image70.png"/><Relationship Id="rId13" Type="http://schemas.openxmlformats.org/officeDocument/2006/relationships/image" Target="../media/image72.png"/><Relationship Id="rId12" Type="http://schemas.openxmlformats.org/officeDocument/2006/relationships/image" Target="../media/image75.png"/><Relationship Id="rId15" Type="http://schemas.openxmlformats.org/officeDocument/2006/relationships/image" Target="../media/image76.png"/><Relationship Id="rId14" Type="http://schemas.openxmlformats.org/officeDocument/2006/relationships/image" Target="../media/image78.png"/><Relationship Id="rId17" Type="http://schemas.openxmlformats.org/officeDocument/2006/relationships/image" Target="../media/image84.png"/><Relationship Id="rId16" Type="http://schemas.openxmlformats.org/officeDocument/2006/relationships/image" Target="../media/image80.png"/><Relationship Id="rId19" Type="http://schemas.openxmlformats.org/officeDocument/2006/relationships/image" Target="../media/image81.png"/><Relationship Id="rId18" Type="http://schemas.openxmlformats.org/officeDocument/2006/relationships/image" Target="../media/image82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5.png"/><Relationship Id="rId22" Type="http://schemas.openxmlformats.org/officeDocument/2006/relationships/image" Target="../media/image107.png"/><Relationship Id="rId21" Type="http://schemas.openxmlformats.org/officeDocument/2006/relationships/image" Target="../media/image103.png"/><Relationship Id="rId24" Type="http://schemas.openxmlformats.org/officeDocument/2006/relationships/image" Target="../media/image108.png"/><Relationship Id="rId23" Type="http://schemas.openxmlformats.org/officeDocument/2006/relationships/image" Target="../media/image114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6.png"/><Relationship Id="rId4" Type="http://schemas.openxmlformats.org/officeDocument/2006/relationships/image" Target="../media/image90.png"/><Relationship Id="rId9" Type="http://schemas.openxmlformats.org/officeDocument/2006/relationships/image" Target="../media/image89.png"/><Relationship Id="rId26" Type="http://schemas.openxmlformats.org/officeDocument/2006/relationships/image" Target="../media/image104.png"/><Relationship Id="rId25" Type="http://schemas.openxmlformats.org/officeDocument/2006/relationships/image" Target="../media/image16.png"/><Relationship Id="rId28" Type="http://schemas.openxmlformats.org/officeDocument/2006/relationships/image" Target="../media/image111.png"/><Relationship Id="rId27" Type="http://schemas.openxmlformats.org/officeDocument/2006/relationships/image" Target="../media/image113.png"/><Relationship Id="rId5" Type="http://schemas.openxmlformats.org/officeDocument/2006/relationships/image" Target="../media/image88.png"/><Relationship Id="rId6" Type="http://schemas.openxmlformats.org/officeDocument/2006/relationships/image" Target="../media/image92.png"/><Relationship Id="rId29" Type="http://schemas.openxmlformats.org/officeDocument/2006/relationships/image" Target="../media/image117.png"/><Relationship Id="rId7" Type="http://schemas.openxmlformats.org/officeDocument/2006/relationships/image" Target="../media/image98.png"/><Relationship Id="rId8" Type="http://schemas.openxmlformats.org/officeDocument/2006/relationships/image" Target="../media/image93.png"/><Relationship Id="rId30" Type="http://schemas.openxmlformats.org/officeDocument/2006/relationships/image" Target="../media/image121.png"/><Relationship Id="rId11" Type="http://schemas.openxmlformats.org/officeDocument/2006/relationships/image" Target="../media/image101.png"/><Relationship Id="rId10" Type="http://schemas.openxmlformats.org/officeDocument/2006/relationships/image" Target="../media/image99.png"/><Relationship Id="rId13" Type="http://schemas.openxmlformats.org/officeDocument/2006/relationships/image" Target="../media/image91.png"/><Relationship Id="rId12" Type="http://schemas.openxmlformats.org/officeDocument/2006/relationships/image" Target="../media/image96.png"/><Relationship Id="rId15" Type="http://schemas.openxmlformats.org/officeDocument/2006/relationships/image" Target="../media/image100.png"/><Relationship Id="rId14" Type="http://schemas.openxmlformats.org/officeDocument/2006/relationships/image" Target="../media/image97.png"/><Relationship Id="rId17" Type="http://schemas.openxmlformats.org/officeDocument/2006/relationships/image" Target="../media/image105.png"/><Relationship Id="rId16" Type="http://schemas.openxmlformats.org/officeDocument/2006/relationships/image" Target="../media/image102.png"/><Relationship Id="rId19" Type="http://schemas.openxmlformats.org/officeDocument/2006/relationships/image" Target="../media/image112.png"/><Relationship Id="rId18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6.png"/><Relationship Id="rId22" Type="http://schemas.openxmlformats.org/officeDocument/2006/relationships/image" Target="../media/image134.png"/><Relationship Id="rId21" Type="http://schemas.openxmlformats.org/officeDocument/2006/relationships/image" Target="../media/image135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9.png"/><Relationship Id="rId4" Type="http://schemas.openxmlformats.org/officeDocument/2006/relationships/image" Target="../media/image119.png"/><Relationship Id="rId9" Type="http://schemas.openxmlformats.org/officeDocument/2006/relationships/image" Target="../media/image130.png"/><Relationship Id="rId5" Type="http://schemas.openxmlformats.org/officeDocument/2006/relationships/image" Target="../media/image118.png"/><Relationship Id="rId6" Type="http://schemas.openxmlformats.org/officeDocument/2006/relationships/image" Target="../media/image116.png"/><Relationship Id="rId7" Type="http://schemas.openxmlformats.org/officeDocument/2006/relationships/image" Target="../media/image120.png"/><Relationship Id="rId8" Type="http://schemas.openxmlformats.org/officeDocument/2006/relationships/image" Target="../media/image122.png"/><Relationship Id="rId11" Type="http://schemas.openxmlformats.org/officeDocument/2006/relationships/image" Target="../media/image137.png"/><Relationship Id="rId10" Type="http://schemas.openxmlformats.org/officeDocument/2006/relationships/image" Target="../media/image124.png"/><Relationship Id="rId13" Type="http://schemas.openxmlformats.org/officeDocument/2006/relationships/image" Target="../media/image125.png"/><Relationship Id="rId12" Type="http://schemas.openxmlformats.org/officeDocument/2006/relationships/image" Target="../media/image129.png"/><Relationship Id="rId15" Type="http://schemas.openxmlformats.org/officeDocument/2006/relationships/image" Target="../media/image123.png"/><Relationship Id="rId14" Type="http://schemas.openxmlformats.org/officeDocument/2006/relationships/image" Target="../media/image133.png"/><Relationship Id="rId17" Type="http://schemas.openxmlformats.org/officeDocument/2006/relationships/image" Target="../media/image127.png"/><Relationship Id="rId16" Type="http://schemas.openxmlformats.org/officeDocument/2006/relationships/image" Target="../media/image128.png"/><Relationship Id="rId19" Type="http://schemas.openxmlformats.org/officeDocument/2006/relationships/image" Target="../media/image132.png"/><Relationship Id="rId18" Type="http://schemas.openxmlformats.org/officeDocument/2006/relationships/image" Target="../media/image1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8.jpg"/><Relationship Id="rId4" Type="http://schemas.openxmlformats.org/officeDocument/2006/relationships/image" Target="../media/image1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idx="1" type="subTitle"/>
          </p:nvPr>
        </p:nvSpPr>
        <p:spPr>
          <a:xfrm>
            <a:off x="792250" y="5698975"/>
            <a:ext cx="50514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0" name="Google Shape;130;p30"/>
          <p:cNvSpPr txBox="1"/>
          <p:nvPr>
            <p:ph type="title"/>
          </p:nvPr>
        </p:nvSpPr>
        <p:spPr>
          <a:xfrm>
            <a:off x="792250" y="2562125"/>
            <a:ext cx="8183100" cy="29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Онлайн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образование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>
            <p:ph type="title"/>
          </p:nvPr>
        </p:nvSpPr>
        <p:spPr>
          <a:xfrm>
            <a:off x="766725" y="2728150"/>
            <a:ext cx="79353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5000"/>
              <a:t>Меня хорошо видно</a:t>
            </a:r>
            <a:endParaRPr sz="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/>
              <a:t>&amp;&amp; слышно?</a:t>
            </a:r>
            <a:endParaRPr sz="5000"/>
          </a:p>
        </p:txBody>
      </p:sp>
      <p:pic>
        <p:nvPicPr>
          <p:cNvPr id="136" name="Google Shape;13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75" y="4383575"/>
            <a:ext cx="702395" cy="7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256" y="4383575"/>
            <a:ext cx="702395" cy="7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/>
        </p:nvSpPr>
        <p:spPr>
          <a:xfrm>
            <a:off x="630000" y="3689750"/>
            <a:ext cx="1487400" cy="2425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32"/>
          <p:cNvSpPr txBox="1"/>
          <p:nvPr>
            <p:ph type="title"/>
          </p:nvPr>
        </p:nvSpPr>
        <p:spPr>
          <a:xfrm>
            <a:off x="500550" y="1094951"/>
            <a:ext cx="8520600" cy="26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Защита проекта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Тема: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2"/>
          <p:cNvSpPr txBox="1"/>
          <p:nvPr>
            <p:ph idx="2" type="subTitle"/>
          </p:nvPr>
        </p:nvSpPr>
        <p:spPr>
          <a:xfrm>
            <a:off x="3135425" y="4174975"/>
            <a:ext cx="58563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Фамилия Имя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p32"/>
          <p:cNvSpPr txBox="1"/>
          <p:nvPr>
            <p:ph idx="4" type="subTitle"/>
          </p:nvPr>
        </p:nvSpPr>
        <p:spPr>
          <a:xfrm>
            <a:off x="3135425" y="4737950"/>
            <a:ext cx="58563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Должность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Компания</a:t>
            </a:r>
            <a:endParaRPr/>
          </a:p>
        </p:txBody>
      </p:sp>
      <p:pic>
        <p:nvPicPr>
          <p:cNvPr id="146" name="Google Shape;146;p32"/>
          <p:cNvPicPr preferRelativeResize="0"/>
          <p:nvPr/>
        </p:nvPicPr>
        <p:blipFill rotWithShape="1">
          <a:blip r:embed="rId3">
            <a:alphaModFix/>
          </a:blip>
          <a:srcRect b="8666" l="20174" r="20174" t="3080"/>
          <a:stretch/>
        </p:blipFill>
        <p:spPr>
          <a:xfrm>
            <a:off x="1033167" y="3992446"/>
            <a:ext cx="1844100" cy="1819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>
            <a:off x="500550" y="440977"/>
            <a:ext cx="85206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cxnSp>
        <p:nvCxnSpPr>
          <p:cNvPr id="152" name="Google Shape;152;p33"/>
          <p:cNvCxnSpPr/>
          <p:nvPr/>
        </p:nvCxnSpPr>
        <p:spPr>
          <a:xfrm>
            <a:off x="680750" y="4219289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33"/>
          <p:cNvCxnSpPr/>
          <p:nvPr/>
        </p:nvCxnSpPr>
        <p:spPr>
          <a:xfrm>
            <a:off x="680750" y="5096664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4" name="Google Shape;154;p33"/>
          <p:cNvSpPr/>
          <p:nvPr/>
        </p:nvSpPr>
        <p:spPr>
          <a:xfrm>
            <a:off x="680750" y="1469950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 проекта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33"/>
          <p:cNvSpPr/>
          <p:nvPr/>
        </p:nvSpPr>
        <p:spPr>
          <a:xfrm>
            <a:off x="680750" y="2225975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</a:t>
            </a: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планировалось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/>
          <p:nvPr/>
        </p:nvSpPr>
        <p:spPr>
          <a:xfrm>
            <a:off x="680750" y="3021188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Используемые технологии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/>
          <p:nvPr/>
        </p:nvSpPr>
        <p:spPr>
          <a:xfrm>
            <a:off x="680750" y="3900613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/>
          <p:nvPr/>
        </p:nvSpPr>
        <p:spPr>
          <a:xfrm>
            <a:off x="680750" y="4710100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Схемы/архитектура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80750" y="5492150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" name="Google Shape;160;p33"/>
          <p:cNvCxnSpPr/>
          <p:nvPr/>
        </p:nvCxnSpPr>
        <p:spPr>
          <a:xfrm>
            <a:off x="680750" y="3362139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33"/>
          <p:cNvCxnSpPr/>
          <p:nvPr/>
        </p:nvCxnSpPr>
        <p:spPr>
          <a:xfrm>
            <a:off x="679637" y="2504989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33"/>
          <p:cNvCxnSpPr/>
          <p:nvPr/>
        </p:nvCxnSpPr>
        <p:spPr>
          <a:xfrm>
            <a:off x="680762" y="1647839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168" name="Google Shape;168;p34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{4A0CEB40-6BD4-464A-A0B0-907C4432BFB5}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34"/>
          <p:cNvSpPr/>
          <p:nvPr/>
        </p:nvSpPr>
        <p:spPr>
          <a:xfrm>
            <a:off x="5339350" y="378000"/>
            <a:ext cx="3423000" cy="1092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цели вы поставили и какие задачи решили своим проектом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планировалось</a:t>
            </a:r>
            <a:endParaRPr/>
          </a:p>
        </p:txBody>
      </p:sp>
      <p:graphicFrame>
        <p:nvGraphicFramePr>
          <p:cNvPr id="175" name="Google Shape;175;p35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{4A0CEB40-6BD4-464A-A0B0-907C4432BFB5}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35"/>
          <p:cNvSpPr/>
          <p:nvPr/>
        </p:nvSpPr>
        <p:spPr>
          <a:xfrm>
            <a:off x="5339350" y="378000"/>
            <a:ext cx="3423000" cy="1092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было в начале, что знали до курса, сколько времени заняло выполнение проекта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Используемые технологии</a:t>
            </a:r>
            <a:endParaRPr/>
          </a:p>
        </p:txBody>
      </p:sp>
      <p:graphicFrame>
        <p:nvGraphicFramePr>
          <p:cNvPr id="182" name="Google Shape;182;p36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{4A0CEB40-6BD4-464A-A0B0-907C4432BFB5}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36"/>
          <p:cNvSpPr/>
          <p:nvPr/>
        </p:nvSpPr>
        <p:spPr>
          <a:xfrm>
            <a:off x="4882950" y="4571200"/>
            <a:ext cx="3423000" cy="1092000"/>
          </a:xfrm>
          <a:prstGeom prst="wedgeRectCallout">
            <a:avLst>
              <a:gd fmla="val -45342" name="adj1"/>
              <a:gd fmla="val -91795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 и какое у вас мнение о новых технологиях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получилось</a:t>
            </a:r>
            <a:endParaRPr/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500550" y="1825750"/>
            <a:ext cx="3921600" cy="3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"/>
              <a:t>Скрины основных экранов приложения и действий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или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"/>
              <a:t>Демонстрация приложения и исходных кодов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или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"/>
              <a:t>Ссылка на репозиторий с исходными кодами или просто удачные кусочки</a:t>
            </a:r>
            <a:endParaRPr/>
          </a:p>
        </p:txBody>
      </p:sp>
      <p:pic>
        <p:nvPicPr>
          <p:cNvPr id="190" name="Google Shape;190;p37"/>
          <p:cNvPicPr preferRelativeResize="0"/>
          <p:nvPr/>
        </p:nvPicPr>
        <p:blipFill rotWithShape="1">
          <a:blip r:embed="rId3">
            <a:alphaModFix/>
          </a:blip>
          <a:srcRect b="10490" l="30645" r="28521" t="28552"/>
          <a:stretch/>
        </p:blipFill>
        <p:spPr>
          <a:xfrm>
            <a:off x="5189100" y="1711850"/>
            <a:ext cx="3594900" cy="35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Схемы (архитектура, БД)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8"/>
          <p:cNvSpPr/>
          <p:nvPr/>
        </p:nvSpPr>
        <p:spPr>
          <a:xfrm>
            <a:off x="4729325" y="4590775"/>
            <a:ext cx="3423000" cy="1092000"/>
          </a:xfrm>
          <a:prstGeom prst="wedgeRectCallout">
            <a:avLst>
              <a:gd fmla="val -45342" name="adj1"/>
              <a:gd fmla="val -91795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Опционально, если ваш проект позволяет это сделать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 и планы по развитию</a:t>
            </a:r>
            <a:endParaRPr/>
          </a:p>
        </p:txBody>
      </p:sp>
      <p:graphicFrame>
        <p:nvGraphicFramePr>
          <p:cNvPr id="202" name="Google Shape;202;p39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{4A0CEB40-6BD4-464A-A0B0-907C4432BFB5}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7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39"/>
          <p:cNvSpPr/>
          <p:nvPr/>
        </p:nvSpPr>
        <p:spPr>
          <a:xfrm>
            <a:off x="4768500" y="4502600"/>
            <a:ext cx="3423000" cy="1092000"/>
          </a:xfrm>
          <a:prstGeom prst="wedgeRectCallout">
            <a:avLst>
              <a:gd fmla="val -44483" name="adj1"/>
              <a:gd fmla="val -90895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Запланируйте пару минут на рефлексию в конце защиты проекта и расскажите о планах по развитию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/>
          <p:nvPr>
            <p:ph type="title"/>
          </p:nvPr>
        </p:nvSpPr>
        <p:spPr>
          <a:xfrm>
            <a:off x="956225" y="528525"/>
            <a:ext cx="7706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Спасибо за внимание!</a:t>
            </a:r>
            <a:br>
              <a:rPr b="0" lang="ru" sz="5000"/>
            </a:b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956225" y="528525"/>
            <a:ext cx="7706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Инструкции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500550" y="440976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219" name="Google Shape;219;p42"/>
          <p:cNvSpPr/>
          <p:nvPr/>
        </p:nvSpPr>
        <p:spPr>
          <a:xfrm>
            <a:off x="6202350" y="378000"/>
            <a:ext cx="2588100" cy="945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иллюстрации. Они облегчают восприятие материала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77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87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87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87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2"/>
          <p:cNvSpPr txBox="1"/>
          <p:nvPr/>
        </p:nvSpPr>
        <p:spPr>
          <a:xfrm>
            <a:off x="544450" y="1502225"/>
            <a:ext cx="2588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Работа с данными</a:t>
            </a:r>
            <a:endParaRPr b="1" sz="15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7195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7195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7195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27195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61802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618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2"/>
          <p:cNvSpPr txBox="1"/>
          <p:nvPr/>
        </p:nvSpPr>
        <p:spPr>
          <a:xfrm>
            <a:off x="4407075" y="1502225"/>
            <a:ext cx="1579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Интернет/Сети</a:t>
            </a:r>
            <a:endParaRPr b="1" sz="15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2602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2602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2602" y="212962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926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501920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5019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01920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365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365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5365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5711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5711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5711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636536" y="415077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636525" y="51617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511266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501738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570929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type="title"/>
          </p:nvPr>
        </p:nvSpPr>
        <p:spPr>
          <a:xfrm>
            <a:off x="500550" y="440976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255" name="Google Shape;255;p43"/>
          <p:cNvSpPr txBox="1"/>
          <p:nvPr/>
        </p:nvSpPr>
        <p:spPr>
          <a:xfrm>
            <a:off x="4407075" y="1565675"/>
            <a:ext cx="1579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Технологии</a:t>
            </a:r>
            <a:endParaRPr b="1" sz="15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6" name="Google Shape;2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602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2602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2602" y="212962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26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1920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01920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019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01920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6527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65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365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365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5711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711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5711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571127" y="5161399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3"/>
          <p:cNvSpPr txBox="1"/>
          <p:nvPr/>
        </p:nvSpPr>
        <p:spPr>
          <a:xfrm>
            <a:off x="566025" y="1565675"/>
            <a:ext cx="2588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Компьютерные игры</a:t>
            </a:r>
            <a:endParaRPr b="1" sz="15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4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1552" y="415741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3527" y="2125299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1552" y="313545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584670" y="415741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606645" y="2125300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584670" y="313545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51552" y="516136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565052" y="2125300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584677" y="5161383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517809" y="31352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517811" y="415723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517789" y="5173500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4"/>
          <p:cNvSpPr txBox="1"/>
          <p:nvPr>
            <p:ph type="title"/>
          </p:nvPr>
        </p:nvSpPr>
        <p:spPr>
          <a:xfrm>
            <a:off x="500550" y="440976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290" name="Google Shape;2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77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87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87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87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4"/>
          <p:cNvSpPr txBox="1"/>
          <p:nvPr/>
        </p:nvSpPr>
        <p:spPr>
          <a:xfrm>
            <a:off x="544450" y="1502225"/>
            <a:ext cx="1579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Люди</a:t>
            </a:r>
            <a:endParaRPr b="1" sz="15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5" name="Google Shape;295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7195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7195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7195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27195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61802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618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63139" y="5161012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57577" y="414980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633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57577" y="3121071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 txBox="1"/>
          <p:nvPr/>
        </p:nvSpPr>
        <p:spPr>
          <a:xfrm>
            <a:off x="4463325" y="1502225"/>
            <a:ext cx="2588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Обучение, исследование</a:t>
            </a:r>
            <a:endParaRPr b="1" sz="15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6" name="Google Shape;306;p4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495133" y="5161012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492545" y="41366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4953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492545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275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5275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27530" y="41506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527146" y="5161363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5"/>
          <p:cNvSpPr txBox="1"/>
          <p:nvPr>
            <p:ph type="title"/>
          </p:nvPr>
        </p:nvSpPr>
        <p:spPr>
          <a:xfrm>
            <a:off x="538363" y="423000"/>
            <a:ext cx="8520600" cy="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319" name="Google Shape;31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4127" y="392342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0564" y="391844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039" y="392565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608" y="389680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3408" y="48801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4845" y="489385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60570" y="4883912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09120" y="4898291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5"/>
          <p:cNvSpPr txBox="1"/>
          <p:nvPr>
            <p:ph idx="4294967295" type="subTitle"/>
          </p:nvPr>
        </p:nvSpPr>
        <p:spPr>
          <a:xfrm>
            <a:off x="553488" y="1475075"/>
            <a:ext cx="27240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</a:rPr>
              <a:t>Коммуникации</a:t>
            </a:r>
            <a:endParaRPr b="1" sz="1500">
              <a:solidFill>
                <a:srgbClr val="013D85"/>
              </a:solidFill>
            </a:endParaRPr>
          </a:p>
        </p:txBody>
      </p:sp>
      <p:sp>
        <p:nvSpPr>
          <p:cNvPr id="328" name="Google Shape;328;p45"/>
          <p:cNvSpPr txBox="1"/>
          <p:nvPr>
            <p:ph idx="4294967295" type="subTitle"/>
          </p:nvPr>
        </p:nvSpPr>
        <p:spPr>
          <a:xfrm>
            <a:off x="3352850" y="1415450"/>
            <a:ext cx="27240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</a:rPr>
              <a:t>Разное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329" name="Google Shape;329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3527" y="389164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3527" y="202287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3527" y="295725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3346" y="48835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25859" y="20228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25846" y="293431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25840" y="389163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625842" y="48837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384846" y="19862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60584" y="19862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460318" y="20092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409135" y="19862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511534" y="200927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360584" y="296857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384848" y="29570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409121" y="29530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433407" y="296633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502542" y="29471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498659" y="38850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502550" y="4875125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>
            <p:ph type="title"/>
          </p:nvPr>
        </p:nvSpPr>
        <p:spPr>
          <a:xfrm>
            <a:off x="500550" y="440976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354" name="Google Shape;354;p46"/>
          <p:cNvSpPr txBox="1"/>
          <p:nvPr/>
        </p:nvSpPr>
        <p:spPr>
          <a:xfrm>
            <a:off x="544450" y="1502225"/>
            <a:ext cx="1974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Флажки/Метки</a:t>
            </a:r>
            <a:endParaRPr b="1" sz="15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5" name="Google Shape;35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552" y="3063999"/>
            <a:ext cx="827629" cy="82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1616" y="5019297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550" y="4243656"/>
            <a:ext cx="687041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8550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01670" y="3063999"/>
            <a:ext cx="827629" cy="82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1632" y="4243650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43164" y="4243656"/>
            <a:ext cx="687041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43164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34802" y="3063999"/>
            <a:ext cx="827629" cy="82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34802" y="2129616"/>
            <a:ext cx="827629" cy="82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17788" y="4243656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17788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8545" y="2129624"/>
            <a:ext cx="827629" cy="82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67920" y="2129616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892401" y="4243656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892401" y="5019313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501670" y="2129624"/>
            <a:ext cx="827629" cy="82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301045" y="2129616"/>
            <a:ext cx="827629" cy="827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667020" y="4243656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667020" y="5019313"/>
            <a:ext cx="687043" cy="687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быстро заменить картинку</a:t>
            </a:r>
            <a:endParaRPr/>
          </a:p>
        </p:txBody>
      </p:sp>
      <p:pic>
        <p:nvPicPr>
          <p:cNvPr id="380" name="Google Shape;380;p47"/>
          <p:cNvPicPr preferRelativeResize="0"/>
          <p:nvPr/>
        </p:nvPicPr>
        <p:blipFill rotWithShape="1">
          <a:blip r:embed="rId3">
            <a:alphaModFix/>
          </a:blip>
          <a:srcRect b="0" l="1603" r="0" t="0"/>
          <a:stretch/>
        </p:blipFill>
        <p:spPr>
          <a:xfrm>
            <a:off x="441850" y="1865125"/>
            <a:ext cx="5385126" cy="39207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1" name="Google Shape;381;p47"/>
          <p:cNvSpPr txBox="1"/>
          <p:nvPr>
            <p:ph idx="4294967295" type="subTitle"/>
          </p:nvPr>
        </p:nvSpPr>
        <p:spPr>
          <a:xfrm>
            <a:off x="5890188" y="1786550"/>
            <a:ext cx="3122400" cy="39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/>
              <a:t>Кликните правой кнопко</a:t>
            </a:r>
            <a:r>
              <a:rPr lang="ru" sz="1200"/>
              <a:t>й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мыши на изображение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/>
              <a:t>Перейдите в пункт «заменить изображение», далее выберите нужный вариант загрузки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/>
              <a:t>Двойным щелчком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по картинке вы можете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настроить нужный размер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и положение изображения</a:t>
            </a:r>
            <a:endParaRPr sz="1200"/>
          </a:p>
        </p:txBody>
      </p:sp>
      <p:pic>
        <p:nvPicPr>
          <p:cNvPr id="382" name="Google Shape;382;p47"/>
          <p:cNvPicPr preferRelativeResize="0"/>
          <p:nvPr/>
        </p:nvPicPr>
        <p:blipFill rotWithShape="1">
          <a:blip r:embed="rId4">
            <a:alphaModFix/>
          </a:blip>
          <a:srcRect b="0" l="0" r="6872" t="0"/>
          <a:stretch/>
        </p:blipFill>
        <p:spPr>
          <a:xfrm>
            <a:off x="6163575" y="4149775"/>
            <a:ext cx="2395050" cy="163605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Шаблоны слайдов</a:t>
            </a:r>
            <a:endParaRPr/>
          </a:p>
        </p:txBody>
      </p:sp>
      <p:pic>
        <p:nvPicPr>
          <p:cNvPr id="388" name="Google Shape;3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875" y="2039226"/>
            <a:ext cx="7414802" cy="4301724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9" name="Google Shape;389;p48"/>
          <p:cNvSpPr txBox="1"/>
          <p:nvPr>
            <p:ph idx="4294967295" type="subTitle"/>
          </p:nvPr>
        </p:nvSpPr>
        <p:spPr>
          <a:xfrm>
            <a:off x="571025" y="1276625"/>
            <a:ext cx="74148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Чтобы использовать готовые решения слайдов, нужно перейти в пункт меню «Слайд»,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далее в выпадающем списке найти подпункт «Выбрать макет». 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