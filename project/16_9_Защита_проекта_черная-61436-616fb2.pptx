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3F5CC9-1EA6-4269-8823-E6B9A4E7F108}">
  <a:tblStyle styleId="{BF3F5CC9-1EA6-4269-8823-E6B9A4E7F1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227"/>
        <p:guide pos="17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e823becd0_0_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e823becd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7f5ce68a_0_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7f5ce6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04b8b6756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04b8b675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07fba8f92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07fba8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07fba8f92_0_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07fba8f9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07fba8f92_0_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f07fba8f9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e04b8b6756_0_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e04b8b67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04b8b6756_0_1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04b8b675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4b8b6756_0_1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4b8b675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99" r="99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44.png"/><Relationship Id="rId20" Type="http://schemas.openxmlformats.org/officeDocument/2006/relationships/image" Target="../media/image21.png"/><Relationship Id="rId22" Type="http://schemas.openxmlformats.org/officeDocument/2006/relationships/image" Target="../media/image25.png"/><Relationship Id="rId21" Type="http://schemas.openxmlformats.org/officeDocument/2006/relationships/image" Target="../media/image26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26" Type="http://schemas.openxmlformats.org/officeDocument/2006/relationships/image" Target="../media/image30.png"/><Relationship Id="rId25" Type="http://schemas.openxmlformats.org/officeDocument/2006/relationships/image" Target="../media/image27.png"/><Relationship Id="rId28" Type="http://schemas.openxmlformats.org/officeDocument/2006/relationships/image" Target="../media/image33.png"/><Relationship Id="rId27" Type="http://schemas.openxmlformats.org/officeDocument/2006/relationships/image" Target="../media/image3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29" Type="http://schemas.openxmlformats.org/officeDocument/2006/relationships/image" Target="../media/image37.png"/><Relationship Id="rId7" Type="http://schemas.openxmlformats.org/officeDocument/2006/relationships/image" Target="../media/image15.png"/><Relationship Id="rId8" Type="http://schemas.openxmlformats.org/officeDocument/2006/relationships/image" Target="../media/image9.png"/><Relationship Id="rId31" Type="http://schemas.openxmlformats.org/officeDocument/2006/relationships/image" Target="../media/image28.png"/><Relationship Id="rId30" Type="http://schemas.openxmlformats.org/officeDocument/2006/relationships/image" Target="../media/image34.png"/><Relationship Id="rId11" Type="http://schemas.openxmlformats.org/officeDocument/2006/relationships/image" Target="../media/image7.png"/><Relationship Id="rId33" Type="http://schemas.openxmlformats.org/officeDocument/2006/relationships/image" Target="../media/image32.png"/><Relationship Id="rId10" Type="http://schemas.openxmlformats.org/officeDocument/2006/relationships/image" Target="../media/image4.png"/><Relationship Id="rId32" Type="http://schemas.openxmlformats.org/officeDocument/2006/relationships/image" Target="../media/image31.png"/><Relationship Id="rId13" Type="http://schemas.openxmlformats.org/officeDocument/2006/relationships/image" Target="../media/image17.png"/><Relationship Id="rId35" Type="http://schemas.openxmlformats.org/officeDocument/2006/relationships/image" Target="../media/image42.png"/><Relationship Id="rId12" Type="http://schemas.openxmlformats.org/officeDocument/2006/relationships/image" Target="../media/image5.png"/><Relationship Id="rId34" Type="http://schemas.openxmlformats.org/officeDocument/2006/relationships/image" Target="../media/image35.png"/><Relationship Id="rId15" Type="http://schemas.openxmlformats.org/officeDocument/2006/relationships/image" Target="../media/image20.png"/><Relationship Id="rId37" Type="http://schemas.openxmlformats.org/officeDocument/2006/relationships/image" Target="../media/image36.png"/><Relationship Id="rId14" Type="http://schemas.openxmlformats.org/officeDocument/2006/relationships/image" Target="../media/image16.png"/><Relationship Id="rId36" Type="http://schemas.openxmlformats.org/officeDocument/2006/relationships/image" Target="../media/image40.png"/><Relationship Id="rId17" Type="http://schemas.openxmlformats.org/officeDocument/2006/relationships/image" Target="../media/image29.png"/><Relationship Id="rId39" Type="http://schemas.openxmlformats.org/officeDocument/2006/relationships/image" Target="../media/image43.png"/><Relationship Id="rId16" Type="http://schemas.openxmlformats.org/officeDocument/2006/relationships/image" Target="../media/image18.png"/><Relationship Id="rId38" Type="http://schemas.openxmlformats.org/officeDocument/2006/relationships/image" Target="../media/image39.png"/><Relationship Id="rId19" Type="http://schemas.openxmlformats.org/officeDocument/2006/relationships/image" Target="../media/image22.png"/><Relationship Id="rId18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40" Type="http://schemas.openxmlformats.org/officeDocument/2006/relationships/image" Target="../media/image80.png"/><Relationship Id="rId20" Type="http://schemas.openxmlformats.org/officeDocument/2006/relationships/image" Target="../media/image58.png"/><Relationship Id="rId42" Type="http://schemas.openxmlformats.org/officeDocument/2006/relationships/image" Target="../media/image93.png"/><Relationship Id="rId41" Type="http://schemas.openxmlformats.org/officeDocument/2006/relationships/image" Target="../media/image84.png"/><Relationship Id="rId22" Type="http://schemas.openxmlformats.org/officeDocument/2006/relationships/image" Target="../media/image63.png"/><Relationship Id="rId21" Type="http://schemas.openxmlformats.org/officeDocument/2006/relationships/image" Target="../media/image67.png"/><Relationship Id="rId24" Type="http://schemas.openxmlformats.org/officeDocument/2006/relationships/image" Target="../media/image73.png"/><Relationship Id="rId23" Type="http://schemas.openxmlformats.org/officeDocument/2006/relationships/image" Target="../media/image61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9" Type="http://schemas.openxmlformats.org/officeDocument/2006/relationships/image" Target="../media/image65.png"/><Relationship Id="rId26" Type="http://schemas.openxmlformats.org/officeDocument/2006/relationships/image" Target="../media/image79.png"/><Relationship Id="rId25" Type="http://schemas.openxmlformats.org/officeDocument/2006/relationships/image" Target="../media/image70.png"/><Relationship Id="rId28" Type="http://schemas.openxmlformats.org/officeDocument/2006/relationships/image" Target="../media/image66.png"/><Relationship Id="rId27" Type="http://schemas.openxmlformats.org/officeDocument/2006/relationships/image" Target="../media/image68.png"/><Relationship Id="rId5" Type="http://schemas.openxmlformats.org/officeDocument/2006/relationships/image" Target="../media/image51.png"/><Relationship Id="rId6" Type="http://schemas.openxmlformats.org/officeDocument/2006/relationships/image" Target="../media/image48.png"/><Relationship Id="rId29" Type="http://schemas.openxmlformats.org/officeDocument/2006/relationships/image" Target="../media/image69.png"/><Relationship Id="rId7" Type="http://schemas.openxmlformats.org/officeDocument/2006/relationships/image" Target="../media/image47.png"/><Relationship Id="rId8" Type="http://schemas.openxmlformats.org/officeDocument/2006/relationships/image" Target="../media/image53.png"/><Relationship Id="rId31" Type="http://schemas.openxmlformats.org/officeDocument/2006/relationships/image" Target="../media/image74.png"/><Relationship Id="rId30" Type="http://schemas.openxmlformats.org/officeDocument/2006/relationships/image" Target="../media/image71.png"/><Relationship Id="rId11" Type="http://schemas.openxmlformats.org/officeDocument/2006/relationships/image" Target="../media/image54.png"/><Relationship Id="rId33" Type="http://schemas.openxmlformats.org/officeDocument/2006/relationships/image" Target="../media/image83.png"/><Relationship Id="rId10" Type="http://schemas.openxmlformats.org/officeDocument/2006/relationships/image" Target="../media/image52.png"/><Relationship Id="rId32" Type="http://schemas.openxmlformats.org/officeDocument/2006/relationships/image" Target="../media/image81.png"/><Relationship Id="rId13" Type="http://schemas.openxmlformats.org/officeDocument/2006/relationships/image" Target="../media/image64.png"/><Relationship Id="rId35" Type="http://schemas.openxmlformats.org/officeDocument/2006/relationships/image" Target="../media/image76.png"/><Relationship Id="rId12" Type="http://schemas.openxmlformats.org/officeDocument/2006/relationships/image" Target="../media/image49.png"/><Relationship Id="rId34" Type="http://schemas.openxmlformats.org/officeDocument/2006/relationships/image" Target="../media/image72.png"/><Relationship Id="rId15" Type="http://schemas.openxmlformats.org/officeDocument/2006/relationships/image" Target="../media/image55.png"/><Relationship Id="rId37" Type="http://schemas.openxmlformats.org/officeDocument/2006/relationships/image" Target="../media/image77.png"/><Relationship Id="rId14" Type="http://schemas.openxmlformats.org/officeDocument/2006/relationships/image" Target="../media/image57.png"/><Relationship Id="rId36" Type="http://schemas.openxmlformats.org/officeDocument/2006/relationships/image" Target="../media/image75.png"/><Relationship Id="rId17" Type="http://schemas.openxmlformats.org/officeDocument/2006/relationships/image" Target="../media/image62.png"/><Relationship Id="rId39" Type="http://schemas.openxmlformats.org/officeDocument/2006/relationships/image" Target="../media/image82.png"/><Relationship Id="rId16" Type="http://schemas.openxmlformats.org/officeDocument/2006/relationships/image" Target="../media/image60.png"/><Relationship Id="rId38" Type="http://schemas.openxmlformats.org/officeDocument/2006/relationships/image" Target="../media/image78.png"/><Relationship Id="rId19" Type="http://schemas.openxmlformats.org/officeDocument/2006/relationships/image" Target="../media/image56.png"/><Relationship Id="rId18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2.png"/><Relationship Id="rId42" Type="http://schemas.openxmlformats.org/officeDocument/2006/relationships/image" Target="../media/image125.png"/><Relationship Id="rId41" Type="http://schemas.openxmlformats.org/officeDocument/2006/relationships/image" Target="../media/image120.png"/><Relationship Id="rId44" Type="http://schemas.openxmlformats.org/officeDocument/2006/relationships/image" Target="../media/image130.png"/><Relationship Id="rId43" Type="http://schemas.openxmlformats.org/officeDocument/2006/relationships/image" Target="../media/image121.png"/><Relationship Id="rId46" Type="http://schemas.openxmlformats.org/officeDocument/2006/relationships/image" Target="../media/image123.png"/><Relationship Id="rId45" Type="http://schemas.openxmlformats.org/officeDocument/2006/relationships/image" Target="../media/image127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48" Type="http://schemas.openxmlformats.org/officeDocument/2006/relationships/image" Target="../media/image131.png"/><Relationship Id="rId47" Type="http://schemas.openxmlformats.org/officeDocument/2006/relationships/image" Target="../media/image129.png"/><Relationship Id="rId49" Type="http://schemas.openxmlformats.org/officeDocument/2006/relationships/image" Target="../media/image134.png"/><Relationship Id="rId5" Type="http://schemas.openxmlformats.org/officeDocument/2006/relationships/image" Target="../media/image87.png"/><Relationship Id="rId6" Type="http://schemas.openxmlformats.org/officeDocument/2006/relationships/image" Target="../media/image99.png"/><Relationship Id="rId7" Type="http://schemas.openxmlformats.org/officeDocument/2006/relationships/image" Target="../media/image92.png"/><Relationship Id="rId8" Type="http://schemas.openxmlformats.org/officeDocument/2006/relationships/image" Target="../media/image97.png"/><Relationship Id="rId31" Type="http://schemas.openxmlformats.org/officeDocument/2006/relationships/image" Target="../media/image115.png"/><Relationship Id="rId30" Type="http://schemas.openxmlformats.org/officeDocument/2006/relationships/image" Target="../media/image108.png"/><Relationship Id="rId33" Type="http://schemas.openxmlformats.org/officeDocument/2006/relationships/image" Target="../media/image110.png"/><Relationship Id="rId32" Type="http://schemas.openxmlformats.org/officeDocument/2006/relationships/image" Target="../media/image109.png"/><Relationship Id="rId35" Type="http://schemas.openxmlformats.org/officeDocument/2006/relationships/image" Target="../media/image113.png"/><Relationship Id="rId34" Type="http://schemas.openxmlformats.org/officeDocument/2006/relationships/image" Target="../media/image112.png"/><Relationship Id="rId37" Type="http://schemas.openxmlformats.org/officeDocument/2006/relationships/image" Target="../media/image119.png"/><Relationship Id="rId36" Type="http://schemas.openxmlformats.org/officeDocument/2006/relationships/image" Target="../media/image118.png"/><Relationship Id="rId39" Type="http://schemas.openxmlformats.org/officeDocument/2006/relationships/image" Target="../media/image126.png"/><Relationship Id="rId38" Type="http://schemas.openxmlformats.org/officeDocument/2006/relationships/image" Target="../media/image124.png"/><Relationship Id="rId20" Type="http://schemas.openxmlformats.org/officeDocument/2006/relationships/image" Target="../media/image132.png"/><Relationship Id="rId22" Type="http://schemas.openxmlformats.org/officeDocument/2006/relationships/image" Target="../media/image106.png"/><Relationship Id="rId21" Type="http://schemas.openxmlformats.org/officeDocument/2006/relationships/image" Target="../media/image103.png"/><Relationship Id="rId24" Type="http://schemas.openxmlformats.org/officeDocument/2006/relationships/image" Target="../media/image107.png"/><Relationship Id="rId23" Type="http://schemas.openxmlformats.org/officeDocument/2006/relationships/image" Target="../media/image114.png"/><Relationship Id="rId26" Type="http://schemas.openxmlformats.org/officeDocument/2006/relationships/image" Target="../media/image111.png"/><Relationship Id="rId25" Type="http://schemas.openxmlformats.org/officeDocument/2006/relationships/image" Target="../media/image117.png"/><Relationship Id="rId28" Type="http://schemas.openxmlformats.org/officeDocument/2006/relationships/image" Target="../media/image104.png"/><Relationship Id="rId27" Type="http://schemas.openxmlformats.org/officeDocument/2006/relationships/image" Target="../media/image12.png"/><Relationship Id="rId29" Type="http://schemas.openxmlformats.org/officeDocument/2006/relationships/image" Target="../media/image105.png"/><Relationship Id="rId11" Type="http://schemas.openxmlformats.org/officeDocument/2006/relationships/image" Target="../media/image94.png"/><Relationship Id="rId10" Type="http://schemas.openxmlformats.org/officeDocument/2006/relationships/image" Target="../media/image11.png"/><Relationship Id="rId13" Type="http://schemas.openxmlformats.org/officeDocument/2006/relationships/image" Target="../media/image95.png"/><Relationship Id="rId12" Type="http://schemas.openxmlformats.org/officeDocument/2006/relationships/image" Target="../media/image91.png"/><Relationship Id="rId15" Type="http://schemas.openxmlformats.org/officeDocument/2006/relationships/image" Target="../media/image98.png"/><Relationship Id="rId14" Type="http://schemas.openxmlformats.org/officeDocument/2006/relationships/image" Target="../media/image89.png"/><Relationship Id="rId17" Type="http://schemas.openxmlformats.org/officeDocument/2006/relationships/image" Target="../media/image100.png"/><Relationship Id="rId16" Type="http://schemas.openxmlformats.org/officeDocument/2006/relationships/image" Target="../media/image96.png"/><Relationship Id="rId19" Type="http://schemas.openxmlformats.org/officeDocument/2006/relationships/image" Target="../media/image102.png"/><Relationship Id="rId18" Type="http://schemas.openxmlformats.org/officeDocument/2006/relationships/image" Target="../media/image10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6.jpg"/><Relationship Id="rId4" Type="http://schemas.openxmlformats.org/officeDocument/2006/relationships/image" Target="../media/image1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Онлайн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образование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3">
            <a:alphaModFix/>
          </a:blip>
          <a:srcRect b="1622" l="7748" r="7748" t="7245"/>
          <a:stretch/>
        </p:blipFill>
        <p:spPr>
          <a:xfrm>
            <a:off x="1069674" y="2963889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7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Фамилия Имя 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Должность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Компания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План защиты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Используемые</a:t>
            </a: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технологии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ru" sz="130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 получилось</a:t>
            </a:r>
            <a:endParaRPr sz="130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Схемы/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786525" y="4103113"/>
            <a:ext cx="3384900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fmla="val 39787500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>
            <a:stCxn id="95" idx="1"/>
            <a:endCxn id="96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>
            <a:stCxn id="96" idx="1"/>
            <a:endCxn id="97" idx="1"/>
          </p:cNvCxnSpPr>
          <p:nvPr/>
        </p:nvCxnSpPr>
        <p:spPr>
          <a:xfrm>
            <a:off x="786525" y="3714200"/>
            <a:ext cx="600" cy="576900"/>
          </a:xfrm>
          <a:prstGeom prst="curvedConnector3">
            <a:avLst>
              <a:gd fmla="val -39687500" name="adj1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{BF3F5CC9-1EA6-4269-8823-E6B9A4E7F108}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0"/>
          <p:cNvSpPr/>
          <p:nvPr/>
        </p:nvSpPr>
        <p:spPr>
          <a:xfrm>
            <a:off x="5955225" y="394475"/>
            <a:ext cx="2609700" cy="708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цели вы поставили и какие задачи решили своим проектом 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Что планировалось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{BF3F5CC9-1EA6-4269-8823-E6B9A4E7F108}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21"/>
          <p:cNvSpPr/>
          <p:nvPr/>
        </p:nvSpPr>
        <p:spPr>
          <a:xfrm>
            <a:off x="5498575" y="391950"/>
            <a:ext cx="3257100" cy="644700"/>
          </a:xfrm>
          <a:prstGeom prst="wedgeRectCallout">
            <a:avLst>
              <a:gd fmla="val -20075" name="adj1"/>
              <a:gd fmla="val 76031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было в начале, что знали до курса, сколько времени заняло выполнение проекта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{BF3F5CC9-1EA6-4269-8823-E6B9A4E7F108}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22"/>
          <p:cNvSpPr/>
          <p:nvPr/>
        </p:nvSpPr>
        <p:spPr>
          <a:xfrm>
            <a:off x="4934400" y="3763050"/>
            <a:ext cx="3257100" cy="644700"/>
          </a:xfrm>
          <a:prstGeom prst="wedgeRectCallout">
            <a:avLst>
              <a:gd fmla="val -32765" name="adj1"/>
              <a:gd fmla="val -96401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 и какое у вас мнение о новых технологиях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b="1623" l="0" r="34309" t="18803"/>
          <a:stretch/>
        </p:blipFill>
        <p:spPr>
          <a:xfrm>
            <a:off x="5181950" y="1264350"/>
            <a:ext cx="3602048" cy="290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552675" y="1264350"/>
            <a:ext cx="39216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Скрины основных экранов приложения и действий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или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Демонстрация приложения и исходных кодов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или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Ссылка на репозиторий с исходными кодами или просто удачные кусочки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Схемы (архитектура, БД)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4934400" y="3763050"/>
            <a:ext cx="3257100" cy="644700"/>
          </a:xfrm>
          <a:prstGeom prst="wedgeRectCallout">
            <a:avLst>
              <a:gd fmla="val -32765" name="adj1"/>
              <a:gd fmla="val -96401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Опционально, если ваш проект позволяет это сделать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Выводы и планы по развитию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2" name="Google Shape;142;p25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{BF3F5CC9-1EA6-4269-8823-E6B9A4E7F108}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3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25"/>
          <p:cNvSpPr/>
          <p:nvPr/>
        </p:nvSpPr>
        <p:spPr>
          <a:xfrm>
            <a:off x="4934400" y="3763050"/>
            <a:ext cx="3257100" cy="644700"/>
          </a:xfrm>
          <a:prstGeom prst="wedgeRectCallout">
            <a:avLst>
              <a:gd fmla="val -32765" name="adj1"/>
              <a:gd fmla="val -96401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защиты проекта и расскажите о планах по развитию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br>
              <a:rPr b="0" lang="ru" sz="5000"/>
            </a:b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Инструкции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544450" y="1126669"/>
            <a:ext cx="25881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Работа с данными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3117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3117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1311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311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0850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0850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/>
        </p:nvSpPr>
        <p:spPr>
          <a:xfrm>
            <a:off x="3111675" y="1126669"/>
            <a:ext cx="1579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Интернет/Сети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97202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97202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97202" y="1597223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197202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03810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0381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0381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10570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61057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61057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17315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317315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317315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008368" y="3113081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008368" y="385192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903671" y="385192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317176" y="3851950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610430" y="385195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/>
          <p:nvPr/>
        </p:nvSpPr>
        <p:spPr>
          <a:xfrm>
            <a:off x="6135375" y="330725"/>
            <a:ext cx="2655300" cy="620700"/>
          </a:xfrm>
          <a:prstGeom prst="wedgeRectCallout">
            <a:avLst>
              <a:gd fmla="val -20904" name="adj1"/>
              <a:gd fmla="val 84002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иллюстрации. Они облегчают восприятие материала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545327" y="38519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538852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52852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52852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>
            <p:ph idx="4294967295" type="subTitle"/>
          </p:nvPr>
        </p:nvSpPr>
        <p:spPr>
          <a:xfrm>
            <a:off x="6455100" y="11266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Люди</a:t>
            </a:r>
            <a:endParaRPr b="1" sz="1500"/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260470" y="38519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7253995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24367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24367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95882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95882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452" y="38713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627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814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814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>
            <p:ph idx="4294967295" type="subTitle"/>
          </p:nvPr>
        </p:nvSpPr>
        <p:spPr>
          <a:xfrm>
            <a:off x="544250" y="1126669"/>
            <a:ext cx="25881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Обучение, исследование</a:t>
            </a:r>
            <a:endParaRPr b="1" sz="1500"/>
          </a:p>
        </p:txBody>
      </p:sp>
      <p:pic>
        <p:nvPicPr>
          <p:cNvPr id="211" name="Google Shape;21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2320" y="38713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9495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19683" y="1597219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9683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4214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44214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44017" y="31128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056846" y="387105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>
            <p:ph idx="4294967295" type="subTitle"/>
          </p:nvPr>
        </p:nvSpPr>
        <p:spPr>
          <a:xfrm>
            <a:off x="3243750" y="1126669"/>
            <a:ext cx="25881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Компьютерные игры</a:t>
            </a:r>
            <a:endParaRPr b="1" sz="1500"/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311302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11302" y="1597218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11302" y="234561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47370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047370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47370" y="234561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311289" y="38713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83583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047370" y="38713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783443" y="2333888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783443" y="31128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783443" y="387105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>
            <p:ph idx="4294967295" type="subTitle"/>
          </p:nvPr>
        </p:nvSpPr>
        <p:spPr>
          <a:xfrm>
            <a:off x="5848300" y="11309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Технологии</a:t>
            </a:r>
            <a:endParaRPr b="1" sz="1500"/>
          </a:p>
        </p:txBody>
      </p:sp>
      <p:pic>
        <p:nvPicPr>
          <p:cNvPr id="233" name="Google Shape;233;p2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6889" y="383301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926889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926889" y="1597218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26889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651520" y="383301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651520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651520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651520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376158" y="383301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7376158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376158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376158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084314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8084314" y="159722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084314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8084314" y="3833013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54" name="Google Shape;254;p30"/>
          <p:cNvSpPr txBox="1"/>
          <p:nvPr>
            <p:ph idx="4294967295" type="subTitle"/>
          </p:nvPr>
        </p:nvSpPr>
        <p:spPr>
          <a:xfrm>
            <a:off x="7211550" y="1130969"/>
            <a:ext cx="2724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3189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3202" y="1596906"/>
            <a:ext cx="621001" cy="62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3189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3196" y="38330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3151" y="2358356"/>
            <a:ext cx="620719" cy="6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3163" y="159690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32787" y="31162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32954" y="3836213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>
            <p:ph idx="4294967295" type="subTitle"/>
          </p:nvPr>
        </p:nvSpPr>
        <p:spPr>
          <a:xfrm>
            <a:off x="7211550" y="11309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Коммуникации</a:t>
            </a:r>
            <a:endParaRPr b="1" sz="1500"/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0873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48999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79953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48999" y="3884128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18023" y="3884128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79813" y="3883848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48859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17884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816814" y="159721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079813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553827" y="387537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553827" y="3116081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816814" y="2356790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3553827" y="159721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23721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079813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348859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816954" y="3116361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816954" y="387565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idx="4294967295" type="subTitle"/>
          </p:nvPr>
        </p:nvSpPr>
        <p:spPr>
          <a:xfrm>
            <a:off x="527075" y="11375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Разное</a:t>
            </a:r>
            <a:endParaRPr b="1" sz="1500"/>
          </a:p>
        </p:txBody>
      </p:sp>
      <p:sp>
        <p:nvSpPr>
          <p:cNvPr id="284" name="Google Shape;284;p30"/>
          <p:cNvSpPr txBox="1"/>
          <p:nvPr>
            <p:ph idx="4294967295" type="subTitle"/>
          </p:nvPr>
        </p:nvSpPr>
        <p:spPr>
          <a:xfrm>
            <a:off x="4520400" y="1137569"/>
            <a:ext cx="19743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Флажки/Метки</a:t>
            </a:r>
            <a:endParaRPr b="1" sz="1500"/>
          </a:p>
        </p:txBody>
      </p:sp>
      <p:pic>
        <p:nvPicPr>
          <p:cNvPr id="285" name="Google Shape;285;p30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631421" y="2185128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0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173419" y="2185128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0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713766" y="2185128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713766" y="1643400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631421" y="1643400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6281732" y="1643401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5173419" y="1643400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281732" y="2185129"/>
            <a:ext cx="442772" cy="44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644772" y="2714786"/>
            <a:ext cx="416071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186769" y="2714786"/>
            <a:ext cx="416071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727116" y="2714786"/>
            <a:ext cx="416072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295082" y="2714786"/>
            <a:ext cx="416072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644771" y="3730164"/>
            <a:ext cx="416072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143535" y="3716288"/>
            <a:ext cx="443815" cy="44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644771" y="3223612"/>
            <a:ext cx="416072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5727116" y="3223610"/>
            <a:ext cx="416072" cy="416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186769" y="3223612"/>
            <a:ext cx="416072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6295066" y="3223612"/>
            <a:ext cx="416073" cy="41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256500" y="3691583"/>
            <a:ext cx="493236" cy="49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5700013" y="3716288"/>
            <a:ext cx="443815" cy="443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3553824" y="2356650"/>
            <a:ext cx="621000" cy="6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1"/>
          <p:cNvPicPr preferRelativeResize="0"/>
          <p:nvPr/>
        </p:nvPicPr>
        <p:blipFill rotWithShape="1">
          <a:blip r:embed="rId3">
            <a:alphaModFix/>
          </a:blip>
          <a:srcRect b="7806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1"/>
          <p:cNvSpPr/>
          <p:nvPr/>
        </p:nvSpPr>
        <p:spPr>
          <a:xfrm>
            <a:off x="360000" y="3625575"/>
            <a:ext cx="3004800" cy="847800"/>
          </a:xfrm>
          <a:prstGeom prst="wedgeRectCallout">
            <a:avLst>
              <a:gd fmla="val -21766" name="adj1"/>
              <a:gd fmla="val 82835" name="adj2"/>
            </a:avLst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Чтобы добавить картинку на весь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 (так органичнее и эффектнее), используйте этот мастер-слайд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быстро заменить картинку</a:t>
            </a:r>
            <a:endParaRPr/>
          </a:p>
        </p:txBody>
      </p:sp>
      <p:sp>
        <p:nvSpPr>
          <p:cNvPr id="317" name="Google Shape;317;p32"/>
          <p:cNvSpPr txBox="1"/>
          <p:nvPr>
            <p:ph idx="4294967295" type="subTitle"/>
          </p:nvPr>
        </p:nvSpPr>
        <p:spPr>
          <a:xfrm>
            <a:off x="5509200" y="1187525"/>
            <a:ext cx="33417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Кликните правой кнопко</a:t>
            </a:r>
            <a:r>
              <a:rPr lang="ru" sz="1100"/>
              <a:t>й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мыши на изображение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Перейдите в пункт «заменить изображение», далее выберите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нужный вариант загрузки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Двойным щелчком по картинке вы сможете настроить нужный размер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и положение изображения</a:t>
            </a:r>
            <a:endParaRPr sz="1100"/>
          </a:p>
        </p:txBody>
      </p:sp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 b="0" l="1603" r="0" t="0"/>
          <a:stretch/>
        </p:blipFill>
        <p:spPr>
          <a:xfrm>
            <a:off x="619700" y="1290525"/>
            <a:ext cx="4714251" cy="3432275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4">
            <a:alphaModFix/>
          </a:blip>
          <a:srcRect b="0" l="0" r="6872" t="0"/>
          <a:stretch/>
        </p:blipFill>
        <p:spPr>
          <a:xfrm>
            <a:off x="5765891" y="3258848"/>
            <a:ext cx="2143109" cy="1463951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слайдов</a:t>
            </a:r>
            <a:endParaRPr/>
          </a:p>
        </p:txBody>
      </p:sp>
      <p:sp>
        <p:nvSpPr>
          <p:cNvPr id="325" name="Google Shape;325;p33"/>
          <p:cNvSpPr txBox="1"/>
          <p:nvPr>
            <p:ph idx="4294967295" type="subTitle"/>
          </p:nvPr>
        </p:nvSpPr>
        <p:spPr>
          <a:xfrm>
            <a:off x="6408425" y="1316150"/>
            <a:ext cx="2415900" cy="14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Чтобы использовать готовые решения слайдов, нужно перейти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в пункт меню «Слайд»,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далее в выпадающем списке найти подпункт «Выбрать макет». </a:t>
            </a:r>
            <a:endParaRPr sz="1100"/>
          </a:p>
        </p:txBody>
      </p:sp>
      <p:pic>
        <p:nvPicPr>
          <p:cNvPr id="326" name="Google Shape;3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75" y="1316150"/>
            <a:ext cx="5582577" cy="3238749"/>
          </a:xfrm>
          <a:prstGeom prst="rect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