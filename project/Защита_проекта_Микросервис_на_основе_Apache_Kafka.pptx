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embedTrueTypeFonts="1" saveSubsetFonts="0">
  <p:sldMasterIdLst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75" r:id="rId15"/>
    <p:sldId id="276" r:id="rId16"/>
    <p:sldId id="277" r:id="rId17"/>
    <p:sldId id="278" r:id="rId18"/>
    <p:sldId id="279" r:id="rId19"/>
    <p:sldId id="264" r:id="rId20"/>
    <p:sldId id="265" r:id="rId21"/>
    <p:sldId id="266" r:id="rId22"/>
  </p:sldIdLst>
  <p:sldSz cx="9144000" cy="6858000"/>
  <p:notesSz cx="6858000" cy="9144000"/>
  <p:embeddedFontLst>
    <p:embeddedFont>
      <p:font typeface="Roboto" pitchFamily="0" charset="0"/>
      <p:regular r:id="rId23"/>
      <p:bold r:id="rId24"/>
      <p:italic r:id="rId25"/>
    </p:embeddedFont>
  </p:embeddedFontLst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19223798" val="1215" revOS="4"/>
      <pr:smFileRevision xmlns:pr="smNativeData" xmlns="smNativeData" dt="1719223798" val="101"/>
      <pr:guideOptions xmlns:pr="smNativeData" xmlns="smNativeData" dt="1719223798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Grid="0">
      <p:cViewPr varScale="1">
        <p:scale>
          <a:sx n="47" d="100"/>
          <a:sy n="47" d="100"/>
        </p:scale>
        <p:origin x="1370" y="216"/>
      </p:cViewPr>
      <p:guideLst x="0" y="0">
        <p:guide orient="horz" pos="4082"/>
        <p:guide orient="horz" pos="238"/>
        <p:guide pos="5533"/>
        <p:guide pos="227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4" d="100"/>
        <a:sy n="14" d="100"/>
      </p:scale>
      <p:origin x="0" y="0"/>
    </p:cViewPr>
  </p:sorterViewPr>
  <p:notesViewPr>
    <p:cSldViewPr snapToGrid="0">
      <p:cViewPr>
        <p:scale>
          <a:sx n="47" d="100"/>
          <a:sy n="47" d="100"/>
        </p:scale>
        <p:origin x="1370" y="216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;n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BY3H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AVgVgKAAAAACgAAAAoAAAAZAAAAGQAAAAAAAAAzMzMAAAAAABQAAAAUAAAAGQAAABkAAAAAAAAABcAAAAUAAAAAAAAAAAAAAD/fwAA/38AAAAAAAAJAAAABAAAACw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D/Hw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noFill/>
          <a:ln w="9525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3" name="Google Shape;4;n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BY3H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AVgVgKAAAAACgAAAAoAAAAZAAAAGQAAAAAAAAAzMzMAAAAAABQAAAAUAAAAGQAAABkAAAAAAAAABcAAAAUAAAAAAAAAAAAAAD/fwAA/38AAAAAAAAJAAAABAAAAHsAf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2/AAD/Hw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 cap="none"/>
            </a:lvl1pPr>
            <a:lvl2pPr marL="9144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 cap="none"/>
            </a:lvl2pPr>
            <a:lvl3pPr marL="13716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 cap="none"/>
            </a:lvl3pPr>
            <a:lvl4pPr marL="18288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 cap="none"/>
            </a:lvl4pPr>
            <a:lvl5pPr marL="22860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 cap="none"/>
            </a:lvl5pPr>
            <a:lvl6pPr marL="27432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 cap="none"/>
            </a:lvl6pPr>
            <a:lvl7pPr marL="320040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 cap="none"/>
            </a:lvl7pPr>
            <a:lvl8pPr marL="3657600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 cap="none"/>
            </a:lvl8pPr>
            <a:lvl9pPr marL="4114800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 cap="none"/>
            </a:lvl9pPr>
          </a:lstStyle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400" b="0" i="0" u="none" strike="noStrike" kern="1" cap="none" spc="0" baseline="0">
        <a:solidFill>
          <a:srgbClr val="000000"/>
        </a:solidFill>
        <a:effectLst/>
        <a:latin typeface="Arial" pitchFamily="2" charset="-52"/>
        <a:ea typeface="Arial" pitchFamily="2" charset="-52"/>
        <a:cs typeface="Arial" pitchFamily="2" charset="-52"/>
      </a:defRPr>
    </a:lvl9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themeOverride" Target="../theme/themeOverride2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themeOverride" Target="../theme/themeOverride3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themeOverride" Target="../theme/themeOverride4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themeOverride" Target="../theme/themeOverride5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themeOverride" Target="../theme/themeOverride6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themeOverride" Target="../theme/themeOverride7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themeOverride" Target="../theme/themeOverride8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themeOverride" Target="../theme/themeOverride9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Relationship Id="rId3" Type="http://schemas.openxmlformats.org/officeDocument/2006/relationships/themeOverride" Target="../theme/themeOverride10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Relationship Id="rId3" Type="http://schemas.openxmlformats.org/officeDocument/2006/relationships/themeOverride" Target="../theme/themeOverride11.xml"/></Relationships>
</file>

<file path=ppt/notesSlides/_rels/notesSlide1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Relationship Id="rId3" Type="http://schemas.openxmlformats.org/officeDocument/2006/relationships/themeOverride" Target="../theme/themeOverride12.xml"/></Relationships>
</file>

<file path=ppt/notesSlides/notesSlide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6;p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27;p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2;gde823becd0_0_11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33;gde823becd0_0_11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9;gde823becd0_0_40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40;gde823becd0_0_40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M/Y+1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e83ec99fb9_1_77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XJ0L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50;ge83ec99fb9_1_77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5;gdf29b9fb24_0_34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66;gdf29b9fb24_0_34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FRIq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2;ge83ec99fb9_1_154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73;ge83ec99fb9_1_154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KMkqf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9;ge83ec99fb9_1_160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80;ge83ec99fb9_1_160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6;gdf29b9fb24_0_69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87;gdf29b9fb24_0_69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3;gdf29b9fb24_0_85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194;gdf29b9fb24_0_85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PDbzX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9;ge83ec99fb9_1_167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LQ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00;ge83ec99fb9_1_167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IK8Us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6;ge04b8b6756_0_36:notes"/>
          <p:cNvSpPr>
            <a:spLocks noGrp="1" noChangeArrowheads="1"/>
            <a:extLst>
              <a:ext uri="smNativeData">
                <pr:smNativeData xmlns:pr="smNativeData" xmlns="smNativeData" val="SMDATA_15_9kV5ZhMAAAAlAAAACwAAAA0AAAAACAcAADgEAAAoIwAAUBk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cAADgEAAAoIwAAUBkAABAAAAAmAAAACAAAAAEPAAAAAAAA"/>
              </a:ext>
            </a:extLst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4572000" b="3429000"/>
            <a:pathLst>
              <a:path w="4572000" h="3429000" fill="none" extrusionOk="0">
                <a:moveTo>
                  <a:pt x="0" y="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</p:spPr>
      </p:sp>
      <p:sp>
        <p:nvSpPr>
          <p:cNvPr id="3" name="Google Shape;207;ge04b8b6756_0_36:notes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MGa1c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LgaAAD4JQAACDQAABAAAAAmAAAACAAAAL0/AAAAAAAA"/>
              </a:ext>
            </a:extLst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;p2"/>
          <p:cNvPicPr>
            <a:extLst>
              <a:ext uri="smNativeData">
                <pr:smNativeData xmlns:pr="smNativeData" xmlns="smNativeData" val="SMDATA_17_9kV5Zh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lAw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OT////r////XDgAAEUq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" y="-13335"/>
            <a:ext cx="9179560" cy="688467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Google Shape;11;p2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wQAAD8jAAD6IwAAvykAABAAAAAmAAAACAAAAD2wAAAAAAAA"/>
              </a:ext>
            </a:extLst>
          </p:cNvSpPr>
          <p:nvPr>
            <p:ph type="subTitle" idx="1"/>
          </p:nvPr>
        </p:nvSpPr>
        <p:spPr>
          <a:xfrm>
            <a:off x="796925" y="5729605"/>
            <a:ext cx="5051425" cy="105664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 cap="none">
                <a:solidFill>
                  <a:srgbClr val="FFFFFF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cap="none"/>
            </a:lvl9pPr>
          </a:lstStyle>
          <a:p>
            <a:pPr/>
          </a:p>
        </p:txBody>
      </p:sp>
      <p:sp>
        <p:nvSpPr>
          <p:cNvPr id="4" name="Google Shape;12;p2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wQAAMMPAACROAAAfyQAABAAAAAmAAAACAAAAD2wAAAAAAAA"/>
              </a:ext>
            </a:extLst>
          </p:cNvSpPr>
          <p:nvPr>
            <p:ph type="title"/>
          </p:nvPr>
        </p:nvSpPr>
        <p:spPr>
          <a:xfrm>
            <a:off x="796925" y="2562225"/>
            <a:ext cx="8398510" cy="337058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600" cap="none">
                <a:solidFill>
                  <a:srgbClr val="FFFFFF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600" cap="none"/>
            </a:lvl2pPr>
            <a:lvl3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600" cap="none"/>
            </a:lvl3pPr>
            <a:lvl4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600" cap="none"/>
            </a:lvl4pPr>
            <a:lvl5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600" cap="none"/>
            </a:lvl5pPr>
            <a:lvl6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600" cap="none"/>
            </a:lvl6pPr>
            <a:lvl7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600" cap="none"/>
            </a:lvl7pPr>
            <a:lvl8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600" cap="none"/>
            </a:lvl8pPr>
            <a:lvl9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600" cap="none"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;p3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EoPAADlMwAAMhYAABAAAAAmAAAACAAAAL2wAAAAAAAA"/>
              </a:ext>
            </a:extLst>
          </p:cNvSpPr>
          <p:nvPr>
            <p:ph type="title"/>
          </p:nvPr>
        </p:nvSpPr>
        <p:spPr>
          <a:xfrm>
            <a:off x="500380" y="2485390"/>
            <a:ext cx="7935595" cy="1122680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900" cap="none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 cap="none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 cap="none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 cap="none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 cap="none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 cap="none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 cap="none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 cap="none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 cap="none"/>
            </a:lvl9pPr>
          </a:lstStyle>
          <a:p>
            <a:pPr/>
          </a:p>
        </p:txBody>
      </p:sp>
      <p:sp>
        <p:nvSpPr>
          <p:cNvPr id="3" name="Google Shape;15;p3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EAmAAB/NwAAeik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FDDF580-CED2-8803-9C65-3856BB2B6A6D}" type="slidenum">
              <a:rPr lang="ru-ru" cap="none"/>
              <a:t/>
            </a:fld>
            <a:endParaRPr lang="ru-ru" cap="none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;p4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Mhrcw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YCAAB/NwAAvwo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18;p4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MLAAB/NwAAuScAABAAAAAmAAAACAAAAD2wAAAAAAAA"/>
              </a:ext>
            </a:extLst>
          </p:cNvSpPr>
          <p:nvPr>
            <p:ph idx="1"/>
          </p:nvPr>
        </p:nvSpPr>
        <p:spPr>
          <a:xfrm>
            <a:off x="500380" y="1901825"/>
            <a:ext cx="8521065" cy="455549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3655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</a:lvl1pPr>
            <a:lvl2pPr marL="914400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lvl2pPr>
            <a:lvl3pPr marL="1371600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</a:lvl3pPr>
            <a:lvl4pPr marL="1828800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</a:lvl4pPr>
            <a:lvl5pPr marL="2286000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marL="2743200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</a:lvl6pPr>
            <a:lvl7pPr marL="3200400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</a:lvl7pPr>
            <a:lvl8pPr marL="3657600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lvl8pPr>
            <a:lvl9pPr marL="4114800" indent="-3175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</a:lvl9pPr>
          </a:lstStyle>
          <a:p>
            <a:pPr/>
          </a:p>
        </p:txBody>
      </p:sp>
      <p:sp>
        <p:nvSpPr>
          <p:cNvPr id="4" name="Google Shape;19;p4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EAmAAB/NwAAeik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FDDCA4B-05D2-883C-9C65-F369842B6AA6}" type="slidenum">
              <a:rPr lang="ru-ru" cap="none"/>
              <a:t/>
            </a:fld>
            <a:endParaRPr lang="ru-ru" cap="none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1;p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EAmAAB/NwAAeik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FDDB7B3-FDD2-8841-9C65-0B14F92B6A5E}" type="slidenum">
              <a:rPr lang="ru-ru" cap="none"/>
              <a:t/>
            </a:fld>
            <a:endParaRPr lang="ru-ru" cap="none"/>
          </a:p>
        </p:txBody>
      </p:sp>
      <p:sp>
        <p:nvSpPr>
          <p:cNvPr id="3" name="Google Shape;22;p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0AX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wGAAB/NwAAARcAABAAAAAmAAAACAAAAD2wAAAAAAAA"/>
              </a:ext>
            </a:extLst>
          </p:cNvSpPr>
          <p:nvPr>
            <p:ph type="title"/>
          </p:nvPr>
        </p:nvSpPr>
        <p:spPr>
          <a:xfrm>
            <a:off x="500380" y="1094740"/>
            <a:ext cx="8521065" cy="264477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700" cap="none"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23;p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MADAAALMwAAQQoAABAAAAAmAAAACAAAAD2wAAAAAAAA"/>
              </a:ext>
            </a:extLst>
          </p:cNvSpPr>
          <p:nvPr>
            <p:ph type="subTitle" idx="1"/>
          </p:nvPr>
        </p:nvSpPr>
        <p:spPr>
          <a:xfrm>
            <a:off x="500380" y="609600"/>
            <a:ext cx="7797165" cy="105727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cap="none">
                <a:solidFill>
                  <a:srgbClr val="013D85"/>
                </a:solidFill>
              </a:defRPr>
            </a:lvl9pPr>
          </a:lstStyle>
          <a:p>
            <a:pPr/>
          </a:p>
        </p:txBody>
      </p:sp>
      <p:sp>
        <p:nvSpPr>
          <p:cNvPr id="5" name="Google Shape;24;p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hMAAK8ZAABQNwAAgB4AABAAAAAmAAAACAAAAD2wAAAAAAAA"/>
              </a:ext>
            </a:extLst>
          </p:cNvSpPr>
          <p:nvPr>
            <p:ph type="subTitle" idx="2"/>
          </p:nvPr>
        </p:nvSpPr>
        <p:spPr>
          <a:xfrm>
            <a:off x="3135630" y="4175125"/>
            <a:ext cx="5855970" cy="78295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1" cap="none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9pPr>
          </a:lstStyle>
          <a:p>
            <a:pPr/>
          </a:p>
        </p:txBody>
      </p:sp>
      <p:sp>
        <p:nvSpPr>
          <p:cNvPr id="6" name="Google Shape;25;p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vvg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hMAACUcAABQNwAApSIAABAAAAAmAAAACAAAAD2wAAAAAAAA"/>
              </a:ext>
            </a:extLst>
          </p:cNvSpPr>
          <p:nvPr>
            <p:ph type="subTitle" idx="3"/>
          </p:nvPr>
        </p:nvSpPr>
        <p:spPr>
          <a:xfrm>
            <a:off x="3135630" y="4575175"/>
            <a:ext cx="5855970" cy="105664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  <p:sp>
        <p:nvSpPr>
          <p:cNvPr id="7" name="Google Shape;26;p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IAmcw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ShMAAEofAABQNwAAwycAABAAAAAmAAAACAAAAD2wAAAAAAAA"/>
              </a:ext>
            </a:extLst>
          </p:cNvSpPr>
          <p:nvPr>
            <p:ph type="subTitle" idx="4"/>
          </p:nvPr>
        </p:nvSpPr>
        <p:spPr>
          <a:xfrm>
            <a:off x="3135630" y="5086350"/>
            <a:ext cx="5855970" cy="137731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6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EAmAAB/NwAAeik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FDDE997-D9D2-881F-9C65-2F4AA72B6A7A}" type="slidenum">
              <a:rPr lang="ru-ru" cap="none"/>
              <a:t/>
            </a:fld>
            <a:endParaRPr lang="ru-ru" cap="none"/>
          </a:p>
        </p:txBody>
      </p:sp>
      <p:sp>
        <p:nvSpPr>
          <p:cNvPr id="3" name="Google Shape;29;p6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Dvvg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YCAAB/NwAAvwo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4" name="Google Shape;30;p6"/>
          <p:cNvSpPr>
            <a:spLocks noGrp="1" noChangeArrowheads="1"/>
            <a:extLst>
              <a:ext uri="smNativeData">
                <pr:smNativeData xmlns:pr="smNativeData" xmlns="smNativeData" val="SMDATA_15_9kV5ZhMAAAAlAAAAZAAAAE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dlOD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XAgAALAKAAAUJAAAtiYAABAgAAAmAAAACAAAAD2wAAAAAAAA"/>
              </a:ext>
            </a:extLst>
          </p:cNvSpPr>
          <p:nvPr>
            <p:ph idx="1"/>
          </p:nvPr>
        </p:nvSpPr>
        <p:spPr>
          <a:xfrm>
            <a:off x="1358900" y="1737360"/>
            <a:ext cx="4505960" cy="455549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810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 sz="2400" b="0" cap="none">
                <a:solidFill>
                  <a:srgbClr val="000000"/>
                </a:solidFill>
              </a:defRPr>
            </a:lvl1pPr>
            <a:lvl2pPr marL="914400" indent="-3302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○"/>
              <a:defRPr sz="1600" cap="none">
                <a:solidFill>
                  <a:srgbClr val="000000"/>
                </a:solidFill>
              </a:defRPr>
            </a:lvl2pPr>
            <a:lvl3pPr marL="1371600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</a:lvl3pPr>
            <a:lvl4pPr marL="1828800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</a:lvl4pPr>
            <a:lvl5pPr marL="2286000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lvl5pPr>
            <a:lvl6pPr marL="2743200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■"/>
            </a:lvl6pPr>
            <a:lvl7pPr marL="3200400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</a:lvl7pPr>
            <a:lvl8pPr marL="3657600" indent="-317500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  <a:buSzPts val="1400"/>
              <a:buChar char="○"/>
            </a:lvl8pPr>
            <a:lvl9pPr marL="4114800" indent="-317500">
              <a:lnSpc>
                <a:spcPct val="16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■"/>
            </a:lvl9pPr>
          </a:lstStyle>
          <a:p>
            <a:p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;p7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EAmAAB/NwAAeik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FDD8E34-7AD2-8878-9C65-8C2DC02B6AD9}" type="slidenum">
              <a:rPr lang="ru-ru" cap="none"/>
              <a:t/>
            </a:fld>
            <a:endParaRPr lang="ru-ru" cap="none"/>
          </a:p>
        </p:txBody>
      </p:sp>
      <p:pic>
        <p:nvPicPr>
          <p:cNvPr id="3" name="Google Shape;33;p7"/>
          <p:cNvPicPr>
            <a:extLst>
              <a:ext uri="smNativeData">
                <pr:smNativeData xmlns:pr="smNativeData" xmlns="smNativeData" val="SMDATA_17_9kV5Zh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CwmIhj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AAAAAAAAAAAQDgAADAq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Google Shape;34;p7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0AO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gUAAEADAAA5NQAAziQAABAAAAAmAAAACAAAAL2wAAAAAAAA"/>
              </a:ext>
            </a:extLst>
          </p:cNvSpPr>
          <p:nvPr>
            <p:ph type="title"/>
          </p:nvPr>
        </p:nvSpPr>
        <p:spPr>
          <a:xfrm>
            <a:off x="956310" y="528320"/>
            <a:ext cx="7695565" cy="5454650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900" cap="none">
                <a:solidFill>
                  <a:srgbClr val="FFFFF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 cap="none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 cap="none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 cap="none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 cap="none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 cap="none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 cap="none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 cap="none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 cap="none"/>
            </a:lvl9pPr>
          </a:lstStyle>
          <a:p>
            <a:p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;p8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0AX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YCAAB/NwAAvwo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37;p8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oAAJQQAADFNQAAZRUAABAAAAAmAAAACAAAAD2wAAAAAAAA"/>
              </a:ext>
            </a:extLst>
          </p:cNvSpPr>
          <p:nvPr>
            <p:ph type="subTitle" idx="1"/>
          </p:nvPr>
        </p:nvSpPr>
        <p:spPr>
          <a:xfrm>
            <a:off x="4349115" y="2694940"/>
            <a:ext cx="4391660" cy="78295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00" b="1" cap="none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  <p:sp>
        <p:nvSpPr>
          <p:cNvPr id="4" name="Google Shape;38;p8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wRoAAPoUAAD6NgAAtCUAABAAAAAmAAAACAAAAD2wAAAAAAAA"/>
              </a:ext>
            </a:extLst>
          </p:cNvSpPr>
          <p:nvPr>
            <p:ph type="subTitle" idx="2"/>
          </p:nvPr>
        </p:nvSpPr>
        <p:spPr>
          <a:xfrm>
            <a:off x="4349115" y="3409950"/>
            <a:ext cx="4587875" cy="271907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9"/>
          <p:cNvSpPr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EAAAAAAAAA8/Pz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/PzAAAAAAEAAAAAAAAAAAAAAAAAAAAAAAAAAAAAAAAAAAAAAAAAAAAAAAJ/f38AAAAAA8zMzADAwP8Af39/AAAAAAAAAAAAAAAAAAAAAAAAAAAAIQAAABgAAAAUAAAAIBwAAAAAAABAOAAAMCoAABAAAAAmAAAACAAAAP//////////"/>
              </a:ext>
            </a:extLst>
          </p:cNvSpPr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41;p9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C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wMAAAQKAACiHAAALBYAABAAAAAmAAAACAAAAL2wAAAAAAAA"/>
              </a:ext>
            </a:extLst>
          </p:cNvSpPr>
          <p:nvPr>
            <p:ph type="title"/>
          </p:nvPr>
        </p:nvSpPr>
        <p:spPr>
          <a:xfrm>
            <a:off x="608965" y="1628140"/>
            <a:ext cx="4045585" cy="1976120"/>
          </a:xfrm>
        </p:spPr>
        <p:txBody>
          <a:bodyPr vert="horz" wrap="square" lIns="91440" tIns="91440" rIns="91440" bIns="91440" numCol="1" spcCol="215900" anchor="b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 cap="none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 cap="none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 cap="none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 cap="none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 cap="none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 cap="none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 cap="none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 cap="none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 cap="none"/>
            </a:lvl9pPr>
          </a:lstStyle>
          <a:p>
            <a:pPr/>
          </a:p>
        </p:txBody>
      </p:sp>
      <p:sp>
        <p:nvSpPr>
          <p:cNvPr id="4" name="Google Shape;42;p9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vwMAAOsXAACiHAAADSIAABAAAAAmAAAACAAAAD2wAAAAAAAA"/>
              </a:ext>
            </a:extLst>
          </p:cNvSpPr>
          <p:nvPr>
            <p:ph type="subTitle" idx="1"/>
          </p:nvPr>
        </p:nvSpPr>
        <p:spPr>
          <a:xfrm>
            <a:off x="608965" y="3888105"/>
            <a:ext cx="4045585" cy="164719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9pPr>
          </a:lstStyle>
          <a:p>
            <a:pPr/>
          </a:p>
        </p:txBody>
      </p:sp>
      <p:sp>
        <p:nvSpPr>
          <p:cNvPr id="5" name="Google Shape;43;p9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M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Yx4AAPAFAAD9NQAAPyQAABAAAAAmAAAACAAAAL2wAAAAAAAA"/>
              </a:ext>
            </a:extLst>
          </p:cNvSpPr>
          <p:nvPr>
            <p:ph idx="2"/>
          </p:nvPr>
        </p:nvSpPr>
        <p:spPr>
          <a:xfrm>
            <a:off x="4939665" y="965200"/>
            <a:ext cx="3836670" cy="4926965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marL="45720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</a:lvl9pPr>
          </a:lstStyle>
          <a:p>
            <a:pPr/>
          </a:p>
        </p:txBody>
      </p:sp>
      <p:sp>
        <p:nvSpPr>
          <p:cNvPr id="6" name="Google Shape;44;p9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EAmAAB/NwAAeik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FDDD79A-D4D2-8821-9C65-2274992B6A77}" type="slidenum">
              <a:rPr lang="ru-ru" cap="none"/>
              <a:t>‹#›</a:t>
            </a:fld>
            <a:endParaRPr lang="ru-ru" cap="none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6;p10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EAmAAB/NwAAeikAABAAAAAmAAAACAAAADywAAAAAAAA"/>
              </a:ext>
            </a:extLst>
          </p:cNvSpPr>
          <p:nvPr>
            <p:ph type="sldNum" idx="12"/>
          </p:nvPr>
        </p:nvSpPr>
        <p:spPr/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>
              <a:buNone/>
            </a:lvl1pPr>
            <a:lvl2pPr>
              <a:buNone/>
            </a:lvl2pPr>
            <a:lvl3pPr>
              <a:buNone/>
            </a:lvl3pPr>
            <a:lvl4pPr>
              <a:buNone/>
            </a:lvl4pPr>
            <a:lvl5pPr>
              <a:buNone/>
            </a:lvl5pPr>
            <a:lvl6pPr>
              <a:buNone/>
            </a:lvl6pPr>
            <a:lvl7pPr>
              <a:buNone/>
            </a:lvl7pPr>
            <a:lvl8pPr>
              <a:buNone/>
            </a:lvl8pPr>
            <a:lvl9pPr>
              <a:buNone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FDDC532-7CD2-8833-9C65-8A668B2B6ADF}" type="slidenum">
              <a:rPr lang="ru-ru" cap="none"/>
              <a:t>‹#›</a:t>
            </a:fld>
            <a:endParaRPr lang="ru-ru" cap="none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8;p1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YCAAB/NwAAvwo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0;p12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YCAAB/NwAAvwo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51;p12"/>
          <p:cNvSpPr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EAAAAAAAAA+/v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/v+AP///wEAAAAAAAAAAAAAAAAAAAAAAAAAAAAAAAAAAAAAAAAAAAAAAAJ/f38AWVlZA8zMzADAwP8Af39/AAAAAAAAAAAAAAAAAAAAAAAAAAAAIQAAABgAAAAUAAAAuwMAAPIJAACQNAAALycAABAAAAAmAAAACAAAAP//////////"/>
              </a:ext>
            </a:extLst>
          </p:cNvSpPr>
          <p:nvPr/>
        </p:nvSpPr>
        <p:spPr>
          <a:xfrm>
            <a:off x="606425" y="1616710"/>
            <a:ext cx="7938135" cy="4752975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52;p12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QAANkKAAC5NQAAMCcAABAAAAAmAAAACAAAAD2wAAAAAAAA"/>
              </a:ext>
            </a:extLst>
          </p:cNvSpPr>
          <p:nvPr>
            <p:ph type="subTitle" idx="1"/>
          </p:nvPr>
        </p:nvSpPr>
        <p:spPr>
          <a:xfrm>
            <a:off x="728980" y="1763395"/>
            <a:ext cx="8004175" cy="460692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cap="none"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YCAAB/NwAAvwo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55;p13"/>
          <p:cNvSpPr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EAAAAAAAAAISEhDf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gAAAAEAAAAAAAAAAAAAAAAAAAAAAAAAAAAAAAAAAAAAAAAAAAAAAAJ/f38AAAAAA8zMzADAwP8Af39/AAAAAAAAAAAAAAAAAAAAAAAAAAAAIQAAABgAAAAUAAAAuwMAAPIJAACQNAAALycAABAAAAAmAAAACAAAAP//////////"/>
              </a:ext>
            </a:extLst>
          </p:cNvSpPr>
          <p:nvPr/>
        </p:nvSpPr>
        <p:spPr>
          <a:xfrm>
            <a:off x="606425" y="1616710"/>
            <a:ext cx="7938135" cy="47529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56;p13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QAANkKAAC5NQAAMCcAABAAAAAmAAAACAAAAD2wAAAAAAAA"/>
              </a:ext>
            </a:extLst>
          </p:cNvSpPr>
          <p:nvPr>
            <p:ph type="subTitle" idx="1"/>
          </p:nvPr>
        </p:nvSpPr>
        <p:spPr>
          <a:xfrm>
            <a:off x="728980" y="1763395"/>
            <a:ext cx="8004175" cy="460692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cap="none">
                <a:solidFill>
                  <a:srgbClr val="FFFFFF"/>
                </a:solidFill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FFFFFF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2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;p14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YCAAB/NwAAvwo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59;p14"/>
          <p:cNvSpPr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EAAAAAAAAA+/v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/v+AAAAAAEAAAAAAAAAAAAAAAAAAAAAAAAAAAAAAAAAAAAAAAAAAAAAAAJ/f38AAAAAA8zMzADAwP8Af39/AAAAAAAAAAAAAAAAAAAAAAAAAAAAIQAAABgAAAAUAAAAuwMAAJYRAACQNAAAzSUAABAAAAAmAAAACAAAAP//////////"/>
              </a:ext>
            </a:extLst>
          </p:cNvSpPr>
          <p:nvPr/>
        </p:nvSpPr>
        <p:spPr>
          <a:xfrm>
            <a:off x="606425" y="2858770"/>
            <a:ext cx="7938135" cy="3286125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60;p14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QAAIESAAC5NQAAuCYAABAAAAAmAAAACAAAAD2wAAAAAAAA"/>
              </a:ext>
            </a:extLst>
          </p:cNvSpPr>
          <p:nvPr>
            <p:ph type="subTitle" idx="1"/>
          </p:nvPr>
        </p:nvSpPr>
        <p:spPr>
          <a:xfrm>
            <a:off x="728980" y="3007995"/>
            <a:ext cx="8004175" cy="328612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cap="none"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000000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000000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000000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000000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000000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000000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  <p:sp>
        <p:nvSpPr>
          <p:cNvPr id="5" name="Google Shape;61;p14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wMAAA4LAABBNQAAlhEAABAAAAAmAAAACAAAAD2wAAAAAAAA"/>
              </a:ext>
            </a:extLst>
          </p:cNvSpPr>
          <p:nvPr>
            <p:ph type="subTitle" idx="2"/>
          </p:nvPr>
        </p:nvSpPr>
        <p:spPr>
          <a:xfrm>
            <a:off x="530225" y="1797050"/>
            <a:ext cx="8126730" cy="106172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</p:sldLayout>
</file>

<file path=ppt/slideLayouts/slideLayout1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3;p1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YCAAB/NwAAvwoAABAAAAAmAAAACAAAADy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</a:lvl1pPr>
            <a:lvl2pPr>
              <a:spcBef>
                <a:spcPts val="0"/>
              </a:spcBef>
              <a:spcAft>
                <a:spcPts val="0"/>
              </a:spcAft>
              <a:buNone/>
            </a:lvl2pPr>
            <a:lvl3pPr>
              <a:spcBef>
                <a:spcPts val="0"/>
              </a:spcBef>
              <a:spcAft>
                <a:spcPts val="0"/>
              </a:spcAft>
              <a:buNone/>
            </a:lvl3pPr>
            <a:lvl4pPr>
              <a:spcBef>
                <a:spcPts val="0"/>
              </a:spcBef>
              <a:spcAft>
                <a:spcPts val="0"/>
              </a:spcAft>
              <a:buNone/>
            </a:lvl4pPr>
            <a:lvl5pPr>
              <a:spcBef>
                <a:spcPts val="0"/>
              </a:spcBef>
              <a:spcAft>
                <a:spcPts val="0"/>
              </a:spcAft>
              <a:buNone/>
            </a:lvl5pPr>
            <a:lvl6pPr>
              <a:spcBef>
                <a:spcPts val="0"/>
              </a:spcBef>
              <a:spcAft>
                <a:spcPts val="0"/>
              </a:spcAft>
              <a:buNone/>
            </a:lvl6pPr>
            <a:lvl7pPr>
              <a:spcBef>
                <a:spcPts val="0"/>
              </a:spcBef>
              <a:spcAft>
                <a:spcPts val="0"/>
              </a:spcAft>
              <a:buNone/>
            </a:lvl7pPr>
            <a:lvl8pPr>
              <a:spcBef>
                <a:spcPts val="0"/>
              </a:spcBef>
              <a:spcAft>
                <a:spcPts val="0"/>
              </a:spcAft>
              <a:buNone/>
            </a:lvl8pPr>
            <a:lvl9pPr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/>
          </a:p>
        </p:txBody>
      </p:sp>
      <p:sp>
        <p:nvSpPr>
          <p:cNvPr id="3" name="Google Shape;64;p15"/>
          <p:cNvSpPr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EAAAAAAAAA+/v+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+/v+AAAAAAEAAAAAAAAAAAAAAAAAAAAAAAAAAAAAAAAAAAAAAAAAAAAAAAJ/f38AAAAAA8zMzADAwP8Af39/AAAAAAAAAAAAAAAAAAAAAAAAAAAAIQAAABgAAAAUAAAAOwIAAPIJAABxHwAALycAABAAAAAmAAAACAAAAP//////////"/>
              </a:ext>
            </a:extLst>
          </p:cNvSpPr>
          <p:nvPr/>
        </p:nvSpPr>
        <p:spPr>
          <a:xfrm>
            <a:off x="362585" y="1616710"/>
            <a:ext cx="4748530" cy="4752975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65;p1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NkKAABSHgAAMCcAABAAAAAmAAAACAAAAD2wAAAAAAAA"/>
              </a:ext>
            </a:extLst>
          </p:cNvSpPr>
          <p:nvPr>
            <p:ph type="subTitle" idx="1"/>
          </p:nvPr>
        </p:nvSpPr>
        <p:spPr>
          <a:xfrm>
            <a:off x="500380" y="1763395"/>
            <a:ext cx="4428490" cy="460692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 cap="none">
                <a:latin typeface="Courier New" pitchFamily="3" charset="-52"/>
                <a:ea typeface="Arial" pitchFamily="2" charset="-52"/>
                <a:cs typeface="Arial" pitchFamily="2" charset="-52"/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 cap="none"/>
            </a:lvl9pPr>
          </a:lstStyle>
          <a:p>
            <a:pPr/>
          </a:p>
        </p:txBody>
      </p:sp>
      <p:sp>
        <p:nvSpPr>
          <p:cNvPr id="5" name="Google Shape;66;p1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LCIAANkKAACPNQAAmCUAABAAAAAmAAAACAAAAD2wAAAAAAAA"/>
              </a:ext>
            </a:extLst>
          </p:cNvSpPr>
          <p:nvPr>
            <p:ph type="subTitle" idx="2"/>
          </p:nvPr>
        </p:nvSpPr>
        <p:spPr>
          <a:xfrm>
            <a:off x="5554980" y="1763395"/>
            <a:ext cx="3151505" cy="434784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 cap="none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simple-light-2"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;p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dlOD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FAMAALYCAAB/NwAAvwoAABAAAAAmAAAACAAAAL2/AAD/HwAA"/>
              </a:ext>
            </a:extLst>
          </p:cNvSpPr>
          <p:nvPr>
            <p:ph type="title"/>
          </p:nvPr>
        </p:nvSpPr>
        <p:spPr>
          <a:xfrm>
            <a:off x="500380" y="440690"/>
            <a:ext cx="8521065" cy="13061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400" b="1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 cap="none">
                <a:solidFill>
                  <a:srgbClr val="000000"/>
                </a:solidFill>
              </a:defRPr>
            </a:lvl9pPr>
          </a:lstStyle>
          <a:p>
            <a:pPr/>
          </a:p>
        </p:txBody>
      </p:sp>
      <p:sp>
        <p:nvSpPr>
          <p:cNvPr id="3" name="Google Shape;7;p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dlOD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nAIAALMLAAAHNwAAuScAABAAAAAmAAAACAAAAL2/AAD/HwAA"/>
              </a:ext>
            </a:extLst>
          </p:cNvSpPr>
          <p:nvPr>
            <p:ph type="body" idx="1"/>
          </p:nvPr>
        </p:nvSpPr>
        <p:spPr>
          <a:xfrm>
            <a:off x="424180" y="1901825"/>
            <a:ext cx="8521065" cy="455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 marL="45720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oboto" pitchFamily="0" charset="0"/>
              <a:buChar char="●"/>
              <a:defRPr sz="1700"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1pPr>
            <a:lvl2pPr marL="914400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 pitchFamily="0" charset="0"/>
              <a:buChar char="○"/>
              <a:defRPr cap="none">
                <a:solidFill>
                  <a:srgbClr val="000000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2pPr>
            <a:lvl3pPr marL="1371600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 pitchFamily="0" charset="0"/>
              <a:buChar char="■"/>
              <a:defRPr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3pPr>
            <a:lvl4pPr marL="1828800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 pitchFamily="0" charset="0"/>
              <a:buChar char="●"/>
              <a:defRPr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4pPr>
            <a:lvl5pPr marL="2286000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 pitchFamily="0" charset="0"/>
              <a:buChar char="○"/>
              <a:defRPr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5pPr>
            <a:lvl6pPr marL="2743200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 pitchFamily="0" charset="0"/>
              <a:buChar char="■"/>
              <a:defRPr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6pPr>
            <a:lvl7pPr marL="3200400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 pitchFamily="0" charset="0"/>
              <a:buChar char="●"/>
              <a:defRPr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7pPr>
            <a:lvl8pPr marL="3657600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 pitchFamily="0" charset="0"/>
              <a:buChar char="○"/>
              <a:defRPr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8pPr>
            <a:lvl9pPr marL="4114800" indent="-3175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 pitchFamily="0" charset="0"/>
              <a:buChar char="■"/>
              <a:defRPr cap="none">
                <a:solidFill>
                  <a:srgbClr val="595959"/>
                </a:solidFill>
                <a:latin typeface="Roboto" pitchFamily="0" charset="0"/>
                <a:ea typeface="Arial" pitchFamily="2" charset="-52"/>
                <a:cs typeface="Arial" pitchFamily="2" charset="-52"/>
              </a:defRPr>
            </a:lvl9pPr>
          </a:lstStyle>
          <a:p>
            <a:pPr/>
          </a:p>
        </p:txBody>
      </p:sp>
      <p:sp>
        <p:nvSpPr>
          <p:cNvPr id="4" name="Google Shape;8;p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0AO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HjQAAEAmAAB/NwAAeikAABAAAAAmAAAACAAAAL2/AAD/HwAA"/>
              </a:ext>
            </a:extLst>
          </p:cNvSpPr>
          <p:nvPr>
            <p:ph type="sldNum" idx="4"/>
          </p:nvPr>
        </p:nvSpPr>
        <p:spPr>
          <a:xfrm>
            <a:off x="8472170" y="6217920"/>
            <a:ext cx="549275" cy="5245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>
            <a:lvl1pPr algn="r">
              <a:buNone/>
              <a:defRPr sz="1000" cap="none">
                <a:solidFill>
                  <a:srgbClr val="595959"/>
                </a:solidFill>
              </a:defRPr>
            </a:lvl1pPr>
            <a:lvl2pPr algn="r">
              <a:buNone/>
              <a:defRPr sz="1000" cap="none">
                <a:solidFill>
                  <a:srgbClr val="595959"/>
                </a:solidFill>
              </a:defRPr>
            </a:lvl2pPr>
            <a:lvl3pPr algn="r">
              <a:buNone/>
              <a:defRPr sz="1000" cap="none">
                <a:solidFill>
                  <a:srgbClr val="595959"/>
                </a:solidFill>
              </a:defRPr>
            </a:lvl3pPr>
            <a:lvl4pPr algn="r">
              <a:buNone/>
              <a:defRPr sz="1000" cap="none">
                <a:solidFill>
                  <a:srgbClr val="595959"/>
                </a:solidFill>
              </a:defRPr>
            </a:lvl4pPr>
            <a:lvl5pPr algn="r">
              <a:buNone/>
              <a:defRPr sz="1000" cap="none">
                <a:solidFill>
                  <a:srgbClr val="595959"/>
                </a:solidFill>
              </a:defRPr>
            </a:lvl5pPr>
            <a:lvl6pPr algn="r">
              <a:buNone/>
              <a:defRPr sz="1000" cap="none">
                <a:solidFill>
                  <a:srgbClr val="595959"/>
                </a:solidFill>
              </a:defRPr>
            </a:lvl6pPr>
            <a:lvl7pPr algn="r">
              <a:buNone/>
              <a:defRPr sz="1000" cap="none">
                <a:solidFill>
                  <a:srgbClr val="595959"/>
                </a:solidFill>
              </a:defRPr>
            </a:lvl7pPr>
            <a:lvl8pPr algn="r">
              <a:buNone/>
              <a:defRPr sz="1000" cap="none">
                <a:solidFill>
                  <a:srgbClr val="595959"/>
                </a:solidFill>
              </a:defRPr>
            </a:lvl8pPr>
            <a:lvl9pPr algn="r">
              <a:buNone/>
              <a:defRPr sz="1000" cap="none">
                <a:solidFill>
                  <a:srgbClr val="595959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3FDDFB4B-05D2-880D-9C65-F358B52B6AA6}" type="slidenum">
              <a:rPr lang="ru-ru" cap="none"/>
              <a:t/>
            </a:fld>
            <a:endParaRPr lang="ru-ru" cap="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sldNum="0" hdr="0" ftr="0" dt="0"/>
  <p:txStyles>
    <p:title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titleStyle>
    <p:body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400" b="0" i="0" u="none" strike="noStrike" kern="1" cap="none" spc="0" baseline="0">
          <a:solidFill>
            <a:srgbClr val="000000"/>
          </a:solidFill>
          <a:effectLst/>
          <a:latin typeface="Arial" pitchFamily="2" charset="-52"/>
          <a:ea typeface="Arial" pitchFamily="2" charset="-52"/>
          <a:cs typeface="Arial" pitchFamily="2" charset="-52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e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themeOverride" Target="../theme/themeOverride1.xml"/></Relationships>
</file>

<file path=ppt/slides/_rels/slide1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30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5wQAAD8jAAD6IwAAvykAABAAAAAmAAAACAAAADwwAAAAAAAA"/>
              </a:ext>
            </a:extLst>
          </p:cNvSpPr>
          <p:nvPr>
            <p:ph type="subTitle" idx="1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otus.ru</a:t>
            </a:r>
            <a:endParaRPr lang="ru-ru" cap="none"/>
          </a:p>
        </p:txBody>
      </p:sp>
      <p:sp>
        <p:nvSpPr>
          <p:cNvPr id="3" name="Google Shape;130;p30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5wQAAMMPAACROAAAfyQAABAAAAAmAAAACAAAADw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Онлайн</a:t>
            </a:r>
            <a:endParaRPr lang="ru-ru" cap="none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образование</a:t>
            </a:r>
            <a:endParaRPr lang="ru-ru" cap="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31"/>
          <p:cNvSpPr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twQAAMgQAACINQAAsBcAABAAAAAmAAAACAAAAP//////////"/>
              </a:ext>
            </a:extLst>
          </p:cNvSpPr>
          <p:nvPr/>
        </p:nvSpPr>
        <p:spPr>
          <a:xfrm>
            <a:off x="766445" y="2727960"/>
            <a:ext cx="7935595" cy="11226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b="1" cap="none">
                <a:latin typeface="Roboto" pitchFamily="0" charset="0"/>
                <a:ea typeface="Roboto" pitchFamily="0" charset="0"/>
                <a:cs typeface="Roboto" pitchFamily="0" charset="0"/>
              </a:rPr>
              <a:t>Меня хорошо видно</a:t>
            </a:r>
            <a:endParaRPr sz="5000" b="1" cap="none">
              <a:latin typeface="Roboto" pitchFamily="0" charset="0"/>
              <a:ea typeface="Roboto" pitchFamily="0" charset="0"/>
              <a:cs typeface="Roboto" pitchFamily="0" charset="0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b="1" cap="none">
                <a:latin typeface="Roboto" pitchFamily="0" charset="0"/>
                <a:ea typeface="Roboto" pitchFamily="0" charset="0"/>
                <a:cs typeface="Roboto" pitchFamily="0" charset="0"/>
              </a:rPr>
              <a:t>&amp;&amp; слышно?</a:t>
            </a:r>
            <a:endParaRPr sz="5000" b="1" cap="none"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pic>
        <p:nvPicPr>
          <p:cNvPr id="3" name="Google Shape;136;p31"/>
          <p:cNvPicPr>
            <a:extLst>
              <a:ext uri="smNativeData">
                <pr:smNativeData xmlns:pr="smNativeData" xmlns="smNativeData" val="SMDATA_17_9kV5Zh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EYFAAD3GgAAmAkAAEkf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383405"/>
            <a:ext cx="702310" cy="70231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Google Shape;137;p31"/>
          <p:cNvPicPr>
            <a:extLst>
              <a:ext uri="smNativeData">
                <pr:smNativeData xmlns:pr="smNativeData" xmlns="smNativeData" val="SMDATA_17_9kV5ZhMAAAAlAAAAEQAAAA0A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DPAQ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LAKAAD3GgAAAg8AAEkfAAAQ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4383405"/>
            <a:ext cx="702310" cy="7023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2;p32"/>
          <p:cNvSpPr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EAAAAAAAAAAT2F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T2FAP///wEAAAAAAAAAAAAAAAAAAAAAAAAAAAAAAAAAAAAAAAAAAAAAAAJ/f38AWVlZA8zMzADAwP8Af39/AAAAAAAAAAAAAAAAAAAAAAAAAAAAIQAAABgAAAAUAAAA4AMAAHUYAAAyDQAAniUAABAAAAAmAAAACAAAAP//////////"/>
              </a:ext>
            </a:extLst>
          </p:cNvSpPr>
          <p:nvPr/>
        </p:nvSpPr>
        <p:spPr>
          <a:xfrm>
            <a:off x="629920" y="3975735"/>
            <a:ext cx="1515110" cy="2139315"/>
          </a:xfrm>
          <a:prstGeom prst="rect">
            <a:avLst/>
          </a:prstGeom>
          <a:solidFill>
            <a:srgbClr val="013D85"/>
          </a:solidFill>
          <a:ln>
            <a:noFill/>
          </a:ln>
          <a:effectLst/>
        </p:spPr>
        <p:txBody>
          <a:bodyPr vert="horz" wrap="square" lIns="91440" tIns="91440" rIns="91440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144;p32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JrHIpc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M0AAAB/NwAAghAAABAAAAAmAAAACAAAAD0wAAAAAAAA"/>
              </a:ext>
            </a:extLst>
          </p:cNvSpPr>
          <p:nvPr>
            <p:ph type="title"/>
          </p:nvPr>
        </p:nvSpPr>
        <p:spPr>
          <a:xfrm>
            <a:off x="500380" y="130175"/>
            <a:ext cx="8521065" cy="255333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Защита проекта</a:t>
            </a:r>
            <a:endParaRPr lang="ru-ru" cap="none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Тема: </a:t>
            </a:r>
            <a:r>
              <a:rPr cap="none">
                <a:solidFill>
                  <a:srgbClr val="0000FF"/>
                </a:solidFill>
              </a:rPr>
              <a:t>Микросервис на основе Apache Kafka для обогащения данных из внешнего источника с помощью ZIO</a:t>
            </a:r>
            <a:endParaRPr cap="none">
              <a:solidFill>
                <a:srgbClr val="0000FF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Google Shape;145;p32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MgN8V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ShMAAK8ZAABQNwAAgB4AABAAAAAmAAAACAAAAD2wAAAAAAAA"/>
              </a:ext>
            </a:extLst>
          </p:cNvSpPr>
          <p:nvPr>
            <p:ph type="subTitle" idx="2"/>
          </p:nvPr>
        </p:nvSpPr>
        <p:spPr>
          <a:xfrm>
            <a:off x="3135630" y="4175125"/>
            <a:ext cx="5855970" cy="78295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1" cap="none">
                <a:solidFill>
                  <a:srgbClr val="013D85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00" b="1" cap="none">
                <a:solidFill>
                  <a:srgbClr val="013D85"/>
                </a:solidFill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cap="none">
                <a:solidFill>
                  <a:srgbClr val="02418B"/>
                </a:solidFill>
              </a:rPr>
              <a:t>Филатов Алексей</a:t>
            </a:r>
            <a:endParaRPr cap="none">
              <a:solidFill>
                <a:srgbClr val="02418B"/>
              </a:solidFill>
            </a:endParaRPr>
          </a:p>
        </p:txBody>
      </p:sp>
      <p:sp>
        <p:nvSpPr>
          <p:cNvPr id="5" name="Google Shape;146;p32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IscKB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ShMAACUcAABQNwAApSIAABAAAAAmAAAACAAAAD0wAAAAAAAA"/>
              </a:ext>
            </a:extLst>
          </p:cNvSpPr>
          <p:nvPr>
            <p:ph type="subTitle" idx="3"/>
          </p:nvPr>
        </p:nvSpPr>
        <p:spPr>
          <a:xfrm>
            <a:off x="3135630" y="4575175"/>
            <a:ext cx="5855970" cy="105664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 </a:t>
            </a:r>
            <a:endParaRPr lang="ru-ru" cap="none"/>
          </a:p>
        </p:txBody>
      </p:sp>
      <p:sp>
        <p:nvSpPr>
          <p:cNvPr id="6" name="Google Shape;147;p32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28P2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ShMAACUdAABQNwAAniUAABAAAAAmAAAACAAAAD0wAAAAAAAA"/>
              </a:ext>
            </a:extLst>
          </p:cNvSpPr>
          <p:nvPr>
            <p:ph type="subTitle" idx="4"/>
          </p:nvPr>
        </p:nvSpPr>
        <p:spPr>
          <a:xfrm>
            <a:off x="3135630" y="4737735"/>
            <a:ext cx="5855970" cy="137731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1600" b="1" cap="none">
                <a:solidFill>
                  <a:srgbClr val="0000FF"/>
                </a:solidFill>
              </a:defRPr>
            </a:pPr>
            <a:r>
              <a:t>Главный инженер по разработке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 lang="ru-ru" sz="1600" b="1" cap="none">
                <a:solidFill>
                  <a:srgbClr val="0000FF"/>
                </a:solidFill>
              </a:defRPr>
            </a:pPr>
            <a:r>
              <a:t>Сбер</a:t>
            </a:r>
          </a:p>
        </p:txBody>
      </p:sp>
      <p:pic>
        <p:nvPicPr>
          <p:cNvPr id="7" name="Изображение1"/>
          <p:cNvPicPr>
            <a:picLocks noChangeAspect="1"/>
            <a:extLst>
              <a:ext uri="smNativeData">
                <pr:smNativeData xmlns:pr="smNativeData" xmlns="smNativeData" val="SMDATA_17_9kV5Zh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HgEAACpGAAA0Q4AAL8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" y="4008755"/>
            <a:ext cx="1682115" cy="21272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2;p33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YCAAB/NwAAVAcAABAAAAAmAAAACAAAAD0wAAAAAAAA"/>
              </a:ext>
            </a:extLst>
          </p:cNvSpPr>
          <p:nvPr>
            <p:ph type="title"/>
          </p:nvPr>
        </p:nvSpPr>
        <p:spPr>
          <a:xfrm>
            <a:off x="500380" y="440690"/>
            <a:ext cx="8521065" cy="750570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План защиты</a:t>
            </a:r>
            <a:endParaRPr lang="ru-ru" cap="none"/>
          </a:p>
        </p:txBody>
      </p:sp>
      <p:sp>
        <p:nvSpPr>
          <p:cNvPr id="3" name="Google Shape;153;p33"/>
          <p:cNvSpPr>
            <a:extLst>
              <a:ext uri="smNativeData">
                <pr:smNativeData xmlns:pr="smNativeData" xmlns="smNativeData" val="SMDATA_15_9kV5ZhMAAAAlAAAAZQAAAA0AAAAAqQEAAJAAAACpAQAAkAAAAAAAAAABAAAAAAAAAAEAAABQAAAAhbacS3FV1T8AAAAAAAAAAAAAAAAAAOA/AAAAAAAA4D8AAAAAAADgPwAAAAAAAOA/AAAAAAAA4D8AAAAAAADgPwAAAAAAAOA/AAAAAAAA4D8CAAAAjAAAAAEAAAAAAAAAi47j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qKdA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47jAP///wEAAAAAAAAAAAAAAAAAAAAAAAAAAAAAAAAAAAAAAAAAAAAAAAJ/f38AWVlZA8zMzADAwP8Af39/AAAAAAAAAAAAAAAAAAAAAAAAAAAAIQAAABgAAAAUAAAAMAQAAM0IAAADGQAA4wsAABAAAAAmAAAACAAAAP//////////"/>
              </a:ext>
            </a:extLst>
          </p:cNvSpPr>
          <p:nvPr/>
        </p:nvSpPr>
        <p:spPr>
          <a:xfrm>
            <a:off x="680720" y="1430655"/>
            <a:ext cx="3385185" cy="50165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  <a:effectLst/>
        </p:spPr>
        <p:txBody>
          <a:bodyPr vert="horz" wrap="square" lIns="269875" tIns="91440" rIns="26987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Цели проекта </a:t>
            </a:r>
            <a:endParaRPr sz="1500" cap="none">
              <a:solidFill>
                <a:srgbClr val="FFFFFF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sp>
        <p:nvSpPr>
          <p:cNvPr id="4" name="Google Shape;154;p33"/>
          <p:cNvSpPr>
            <a:extLst>
              <a:ext uri="smNativeData">
                <pr:smNativeData xmlns:pr="smNativeData" xmlns="smNativeData" val="SMDATA_15_9kV5ZhMAAAAlAAAAZQAAAA0AAAAAqQEAAJAAAACpAQAAkAAAAAAAAAABAAAAAAAAAAEAAABQAAAAhbacS3FV1T8AAAAAAAAAAAAAAAAAAOA/AAAAAAAA4D8AAAAAAADgPwAAAAAAAOA/AAAAAAAA4D8AAAAAAADgPwAAAAAAAOA/AAAAAAAA4D8CAAAAjAAAAAEAAAAAAAAAi47j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Mdydo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47jAP///wEAAAAAAAAAAAAAAAAAAAAAAAAAAAAAAAAAAAAAAAAAAAAAAAJ/f38AWVlZA8zMzADAwP8Af39/AAAAAAAAAAAAAAAAAAAAAAAAAAAAIQAAABgAAAAUAAAAMAQAAN4NAAADGQAA9BAAABAAAAAmAAAACAAAAP//////////"/>
              </a:ext>
            </a:extLst>
          </p:cNvSpPr>
          <p:nvPr/>
        </p:nvSpPr>
        <p:spPr>
          <a:xfrm>
            <a:off x="680720" y="2254250"/>
            <a:ext cx="3385185" cy="50165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  <a:effectLst/>
        </p:spPr>
        <p:txBody>
          <a:bodyPr vert="horz" wrap="square" lIns="269875" tIns="91440" rIns="26987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Что планировалось</a:t>
            </a:r>
            <a:endParaRPr sz="1300" cap="none">
              <a:solidFill>
                <a:srgbClr val="FFFFFF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sp>
        <p:nvSpPr>
          <p:cNvPr id="5" name="Google Shape;155;p33"/>
          <p:cNvSpPr>
            <a:extLst>
              <a:ext uri="smNativeData">
                <pr:smNativeData xmlns:pr="smNativeData" xmlns="smNativeData" val="SMDATA_15_9kV5ZhMAAAAlAAAAZQAAAA0AAAAAqQEAAJAAAACpAQAAkAAAAAAAAAABAAAAAAAAAAEAAABQAAAAhbacS3FV1T8AAAAAAAAAAAAAAAAAAOA/AAAAAAAA4D8AAAAAAADgPwAAAAAAAOA/AAAAAAAA4D8AAAAAAADgPwAAAAAAAOA/AAAAAAAA4D8CAAAAjAAAAAEAAAAAAAAAi47j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E554F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47jAP///wEAAAAAAAAAAAAAAAAAAAAAAAAAAAAAAAAAAAAAAAAAAAAAAAJ/f38AWVlZA8zMzADAwP8Af39/AAAAAAAAAAAAAAAAAAAAAAAAAAAAIQAAABgAAAAUAAAAMAQAAAQTAAADGQAAGhYAABAAAAAmAAAACAAAAP//////////"/>
              </a:ext>
            </a:extLst>
          </p:cNvSpPr>
          <p:nvPr/>
        </p:nvSpPr>
        <p:spPr>
          <a:xfrm>
            <a:off x="680720" y="3091180"/>
            <a:ext cx="3385185" cy="50165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  <a:effectLst/>
        </p:spPr>
        <p:txBody>
          <a:bodyPr vert="horz" wrap="square" lIns="269875" tIns="91440" rIns="26987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Используемые технологии</a:t>
            </a:r>
            <a:endParaRPr sz="1500" cap="none">
              <a:solidFill>
                <a:srgbClr val="FFFFFF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sp>
        <p:nvSpPr>
          <p:cNvPr id="6" name="Google Shape;156;p33"/>
          <p:cNvSpPr>
            <a:extLst>
              <a:ext uri="smNativeData">
                <pr:smNativeData xmlns:pr="smNativeData" xmlns="smNativeData" val="SMDATA_15_9kV5ZhMAAAAlAAAAZQAAAA0AAAAAqQEAAJAAAACpAQAAkAAAAAAAAAABAAAAAAAAAAEAAABQAAAAhbacS3FV1T8AAAAAAAAAAAAAAAAAAOA/AAAAAAAA4D8AAAAAAADgPwAAAAAAAOA/AAAAAAAA4D8AAAAAAADgPwAAAAAAAOA/AAAAAAAA4D8CAAAAjAAAAAEAAAAAAAAAi47j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RNBp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47jAP///wEAAAAAAAAAAAAAAAAAAAAAAAAAAAAAAAAAAAAAAAAAAAAAAAJ/f38AWVlZA8zMzADAwP8Af39/AAAAAAAAAAAAAAAAAAAAAAAAAAAAIQAAABgAAAAUAAAAMAQAACoYAAADGQAAQBsAABAAAAAmAAAACAAAAP//////////"/>
              </a:ext>
            </a:extLst>
          </p:cNvSpPr>
          <p:nvPr/>
        </p:nvSpPr>
        <p:spPr>
          <a:xfrm>
            <a:off x="680720" y="3928110"/>
            <a:ext cx="3385185" cy="50165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  <a:effectLst/>
        </p:spPr>
        <p:txBody>
          <a:bodyPr vert="horz" wrap="square" lIns="269875" tIns="91440" rIns="26987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Что получилось</a:t>
            </a:r>
            <a:endParaRPr sz="1500" cap="none">
              <a:solidFill>
                <a:srgbClr val="FFFFFF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sp>
        <p:nvSpPr>
          <p:cNvPr id="7" name="Google Shape;157;p33"/>
          <p:cNvSpPr>
            <a:extLst>
              <a:ext uri="smNativeData">
                <pr:smNativeData xmlns:pr="smNativeData" xmlns="smNativeData" val="SMDATA_15_9kV5ZhMAAAAlAAAAZQAAAA0AAAAAqQEAAJAAAACpAQAAkAAAAAAAAAABAAAAAAAAAAEAAABQAAAAhbacS3FV1T8AAAAAAAAAAAAAAAAAAOA/AAAAAAAA4D8AAAAAAADgPwAAAAAAAOA/AAAAAAAA4D8AAAAAAADgPwAAAAAAAOA/AAAAAAAA4D8CAAAAjAAAAAEAAAAAAAAAi47j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QBpU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47jAP///wEAAAAAAAAAAAAAAAAAAAAAAAAAAAAAAAAAAAAAAAAAAAAAAAJ/f38AWVlZA8zMzADAwP8Af39/AAAAAAAAAAAAAAAAAAAAAAAAAAAAIQAAABgAAAAUAAAAMAQAAPkcAAADGQAADyAAABAAAAAmAAAACAAAAP//////////"/>
              </a:ext>
            </a:extLst>
          </p:cNvSpPr>
          <p:nvPr/>
        </p:nvSpPr>
        <p:spPr>
          <a:xfrm>
            <a:off x="680720" y="4709795"/>
            <a:ext cx="3385185" cy="50165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  <a:effectLst/>
        </p:spPr>
        <p:txBody>
          <a:bodyPr vert="horz" wrap="square" lIns="269875" tIns="91440" rIns="26987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Схемы/архитектура</a:t>
            </a:r>
            <a:endParaRPr sz="1500" cap="none">
              <a:solidFill>
                <a:srgbClr val="FFFFFF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sp>
        <p:nvSpPr>
          <p:cNvPr id="8" name="Google Shape;158;p33"/>
          <p:cNvSpPr>
            <a:extLst>
              <a:ext uri="smNativeData">
                <pr:smNativeData xmlns:pr="smNativeData" xmlns="smNativeData" val="SMDATA_15_9kV5ZhMAAAAlAAAAZQAAAA0AAAAAqQEAAJAAAACpAQAAkAAAAAAAAAABAAAAAAAAAAEAAABQAAAAhbacS3FV1T8AAAAAAAAAAAAAAAAAAOA/AAAAAAAA4D8AAAAAAADgPwAAAAAAAOA/AAAAAAAA4D8AAAAAAADgPwAAAAAAAOA/AAAAAAAA4D8CAAAAjAAAAAEAAAAAAAAAi47jAP///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COg4r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i47jAP///wEAAAAAAAAAAAAAAAAAAAAAAAAAAAAAAAAAAAAAAAAAAAAAAAJ/f38AWVlZA8zMzADAwP8Af39/AAAAAAAAAAAAAAAAAAAAAAAAAAAAIQAAABgAAAAUAAAAMAQAAMkhAAADGQAA3yQAABAAAAAmAAAACAAAAP//////////"/>
              </a:ext>
            </a:extLst>
          </p:cNvSpPr>
          <p:nvPr/>
        </p:nvSpPr>
        <p:spPr>
          <a:xfrm>
            <a:off x="680720" y="5492115"/>
            <a:ext cx="3385185" cy="50165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  <a:effectLst/>
        </p:spPr>
        <p:txBody>
          <a:bodyPr vert="horz" wrap="square" lIns="269875" tIns="91440" rIns="269875" bIns="9144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FFFFFF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Выводы</a:t>
            </a:r>
            <a:endParaRPr sz="1300" cap="none">
              <a:solidFill>
                <a:srgbClr val="FFFFFF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cxnSp>
        <p:nvCxnSpPr>
          <p:cNvPr id="9" name="Google Shape;159;p33"/>
          <p:cNvCxnSpPr>
            <a:stCxn id="3" idx="1"/>
            <a:endCxn id="4" idx="1"/>
            <a:extLst>
              <a:ext uri="smNativeData">
                <pr:smNativeData xmlns:pr="smNativeData" xmlns="smNativeData" val="SMDATA_15_9kV5ZhMAAAAlAAAADwAAAA0AAAAAkAAAAEgAAACQAAAASAAAAAAAAAAAAAAAAAAAAAEAAABQAAAAAAAAAADWiMAAAAAAAAAAAAAAAAAAAP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wAAAAE9hQAe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MkM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E9hQB/f38AWVlZA8zMzADAwP8Af39/AAAAAAAAAAAAAAAAAAAAAAAAAAAAIQAAABgAAAAUAAAAMAQAAFgKAAAwBAAAaQ8AABAAAAAmAAAACAAAAP//////////"/>
              </a:ext>
            </a:extLst>
          </p:cNvCxnSpPr>
          <p:nvPr/>
        </p:nvCxnSpPr>
        <p:spPr>
          <a:xfrm>
            <a:off x="680720" y="1681480"/>
            <a:ext cx="12700" cy="823595"/>
          </a:xfrm>
          <a:prstGeom prst="curvedConnector3">
            <a:avLst>
              <a:gd name="adj1" fmla="val -39687500"/>
            </a:avLst>
          </a:prstGeom>
          <a:noFill/>
          <a:ln w="19050" cap="flat" cmpd="sng" algn="ctr">
            <a:solidFill>
              <a:srgbClr val="013D85"/>
            </a:solidFill>
            <a:prstDash val="dash"/>
            <a:headEnd type="none"/>
            <a:tailEnd type="none"/>
          </a:ln>
          <a:effectLst/>
        </p:spPr>
      </p:cxnSp>
      <p:cxnSp>
        <p:nvCxnSpPr>
          <p:cNvPr id="10" name="Google Shape;160;p33"/>
          <p:cNvCxnSpPr>
            <a:stCxn id="4" idx="1"/>
            <a:endCxn id="5" idx="1"/>
            <a:extLst>
              <a:ext uri="smNativeData">
                <pr:smNativeData xmlns:pr="smNativeData" xmlns="smNativeData" val="SMDATA_15_9kV5ZhMAAAAlAAAADwAAAA0AAAAAkAAAAEgAAACQAAAASAAAAAAAAAAAAAAAAAAAAAEAAABQAAAAAAAAAADWiMAAAAAAAAAAAAAAAAAAAP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wAAAAE9hQAe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E9hQB/f38AWVlZA8zMzADAwP8Af39/AAAAAAAAAAAAAAAAAAAAAAAAAAAAIQAAABgAAAAUAAAAMAQAAGkPAAAwBAAAjxQAABAAAAAmAAAACAAAAP//////////"/>
              </a:ext>
            </a:extLst>
          </p:cNvCxnSpPr>
          <p:nvPr/>
        </p:nvCxnSpPr>
        <p:spPr>
          <a:xfrm>
            <a:off x="680720" y="2505075"/>
            <a:ext cx="12700" cy="836930"/>
          </a:xfrm>
          <a:prstGeom prst="curvedConnector3">
            <a:avLst>
              <a:gd name="adj1" fmla="val -39687500"/>
            </a:avLst>
          </a:prstGeom>
          <a:noFill/>
          <a:ln w="19050" cap="flat" cmpd="sng" algn="ctr">
            <a:solidFill>
              <a:srgbClr val="013D85"/>
            </a:solidFill>
            <a:prstDash val="dash"/>
            <a:headEnd type="none"/>
            <a:tailEnd type="none"/>
          </a:ln>
          <a:effectLst/>
        </p:spPr>
      </p:cxnSp>
      <p:cxnSp>
        <p:nvCxnSpPr>
          <p:cNvPr id="11" name="Google Shape;161;p33"/>
          <p:cNvCxnSpPr>
            <a:stCxn id="5" idx="1"/>
            <a:endCxn id="6" idx="1"/>
            <a:extLst>
              <a:ext uri="smNativeData">
                <pr:smNativeData xmlns:pr="smNativeData" xmlns="smNativeData" val="SMDATA_15_9kV5ZhMAAAAlAAAADwAAAA0AAAAAkAAAAEgAAACQAAAASAAAAAAAAAAAAAAAAAAAAAEAAABQAAAAAAAAAADWiMAAAAAAAAAAAAAAAAAAAP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wAAAAE9hQAe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B++y0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E9hQB/f38AWVlZA8zMzADAwP8Af39/AAAAAAAAAAAAAAAAAAAAAAAAAAAAIQAAABgAAAAUAAAAMAQAAI8UAAAwBAAAtRkAABAAAAAmAAAACAAAAP//////////"/>
              </a:ext>
            </a:extLst>
          </p:cNvCxnSpPr>
          <p:nvPr/>
        </p:nvCxnSpPr>
        <p:spPr>
          <a:xfrm>
            <a:off x="680720" y="3342005"/>
            <a:ext cx="12700" cy="836930"/>
          </a:xfrm>
          <a:prstGeom prst="curvedConnector3">
            <a:avLst>
              <a:gd name="adj1" fmla="val -39687500"/>
            </a:avLst>
          </a:prstGeom>
          <a:noFill/>
          <a:ln w="19050" cap="flat" cmpd="sng" algn="ctr">
            <a:solidFill>
              <a:srgbClr val="013D85"/>
            </a:solidFill>
            <a:prstDash val="dash"/>
            <a:headEnd type="none"/>
            <a:tailEnd type="none"/>
          </a:ln>
          <a:effectLst/>
        </p:spPr>
      </p:cxnSp>
      <p:cxnSp>
        <p:nvCxnSpPr>
          <p:cNvPr id="12" name="Google Shape;162;p33"/>
          <p:cNvCxnSpPr>
            <a:extLst>
              <a:ext uri="smNativeData">
                <pr:smNativeData xmlns:pr="smNativeData" xmlns="smNativeData" val="SMDATA_15_9kV5ZhMAAAAlAAAADwAAAA0AAAAAkAAAAEgAAACQAAAASAAAAAAAAAAAAAAAAAAAAAEAAABQAAAAAAAAAADWiMAAAAAAAAAAAAAAAAAAAP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wAAAAE9hQAe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E9hQB/f38AWVlZA8zMzADAwP8Af39/AAAAAAAAAAAAAAAAAAAAAAAAAAAAIQAAABgAAAAUAAAAMAQAAPUZAAAxBAAAGx8AABAAAAAmAAAACAAAAP//////////"/>
              </a:ext>
            </a:extLst>
          </p:cNvCxnSpPr>
          <p:nvPr/>
        </p:nvCxnSpPr>
        <p:spPr>
          <a:xfrm>
            <a:off x="680720" y="4219575"/>
            <a:ext cx="635" cy="836930"/>
          </a:xfrm>
          <a:prstGeom prst="curvedConnector3">
            <a:avLst>
              <a:gd name="adj1" fmla="val -39687500"/>
            </a:avLst>
          </a:prstGeom>
          <a:noFill/>
          <a:ln w="19050" cap="flat" cmpd="sng" algn="ctr">
            <a:solidFill>
              <a:srgbClr val="013D85"/>
            </a:solidFill>
            <a:prstDash val="dash"/>
            <a:headEnd type="none"/>
            <a:tailEnd type="none"/>
          </a:ln>
          <a:effectLst/>
        </p:spPr>
      </p:cxnSp>
      <p:cxnSp>
        <p:nvCxnSpPr>
          <p:cNvPr id="13" name="Google Shape;163;p33"/>
          <p:cNvCxnSpPr>
            <a:extLst>
              <a:ext uri="smNativeData">
                <pr:smNativeData xmlns:pr="smNativeData" xmlns="smNativeData" val="SMDATA_15_9kV5ZhMAAAAlAAAADwAAAA0AAAAAkAAAAEgAAACQAAAASAAAAAAAAAAAAAAAAAAAAAEAAABQAAAAAAAAAADWiMAAAAAAAAAAAAAAAAAAAP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BAAAAAwAAAAE9hQAeAAAAAQAAACMAAAAjAAAAIwAAAB4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Cg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E9hQB/f38AWVlZA8zMzADAwP8Af39/AAAAAAAAAAAAAAAAAAAAAAAAAAAAIQAAABgAAAAUAAAAMAQAAFofAAAxBAAAgCQAABAAAAAmAAAACAAAAP//////////"/>
              </a:ext>
            </a:extLst>
          </p:cNvCxnSpPr>
          <p:nvPr/>
        </p:nvCxnSpPr>
        <p:spPr>
          <a:xfrm>
            <a:off x="680720" y="5096510"/>
            <a:ext cx="635" cy="836930"/>
          </a:xfrm>
          <a:prstGeom prst="curvedConnector3">
            <a:avLst>
              <a:gd name="adj1" fmla="val -39687500"/>
            </a:avLst>
          </a:prstGeom>
          <a:noFill/>
          <a:ln w="19050" cap="flat" cmpd="sng" algn="ctr">
            <a:solidFill>
              <a:srgbClr val="013D85"/>
            </a:solidFill>
            <a:prstDash val="dash"/>
            <a:headEnd type="none"/>
            <a:tailEnd type="non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8;p34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COP96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YCAAB/NwAAvwoAABAAAAAmAAAACAAAADw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Цели проекта</a:t>
            </a:r>
            <a:endParaRPr lang="ru-ru" cap="none"/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952500" y="2058670"/>
          <a:ext cx="7239000" cy="25184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585"/>
                <a:gridCol w="6749415"/>
              </a:tblGrid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1.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>
                      <a:noFill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Разработать микросервис на основе Apache Kafka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2.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Применить инструменты экосистемы ZIO для работы с Apache Kafka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3.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Определить методы работы ZIO Kafka с внешними сервисами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4.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Понять и применить общий архитектурный подход к работе с Apache Kafka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</a:tbl>
          </a:graphicData>
        </a:graphic>
      </p:graphicFrame>
      <p:sp>
        <p:nvSpPr>
          <p:cNvPr id="4" name="Google Shape;170;p34"/>
          <p:cNvSpPr>
            <a:extLst>
              <a:ext uri="smNativeData">
                <pr:smNativeData xmlns:pr="smNativeData" xmlns="smNativeData" val="SMDATA_15_9kV5ZhMAAAAlAAAA9AEAAA0AAAAAOAEAAMYAAAA4AQAAxgAAAAAAAAABAAAAAAAAAAEAAABQAAAAe0ljtI6q2r8AAAAAAAD0PwAAAAAAAOA/AAAAAAAA4D8AAAAAAADgPwAAAAAAAOA/AAAAAAAA4D8AAAAAAADgPwAAAAAAAOA/AAAAAAAA4D8CAAAAjAAAAAEAAAAAAAAA8/PzAP///wgAAAAAAAAAAAAAAAAAAAAAAAAAAAAAAAAAAAAAeAAAAAEAAABAAAAAAAAAAAAAAABaAAAAAAAAAAAAAAAAAAAAAAAAAAAAAAAAAAAAAAAAAAAAAAAAAAAAAAAAAAAAAAAAAAAAAAAAAAAAAAAAAAAAAAAAAAAAAAAAAAAAFAAAADwAAAABAAAAAAAAAAE9hQ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pUCpY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/PzAP///wEAAAAAAAAAAAAAAAAAAAAAAAAAAAAAAAAAAAAAAAAAAAE9hQB/f38AWVlZA8zMzADAwP8Af39/AAAAAAAAAAAAAAAAAAAAAAAAAAAAIQAAABgAAAAUAAAA2CAAAFMCAADnNQAACwkAABAAAAAmAAAACAAAAP//////////"/>
              </a:ext>
            </a:extLst>
          </p:cNvSpPr>
          <p:nvPr/>
        </p:nvSpPr>
        <p:spPr>
          <a:xfrm>
            <a:off x="5339080" y="377825"/>
            <a:ext cx="3423285" cy="10922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F3F3F3"/>
          </a:solidFill>
          <a:ln w="9525" cap="flat" cmpd="sng" algn="ctr">
            <a:solidFill>
              <a:srgbClr val="013D85"/>
            </a:solidFill>
            <a:prstDash val="solid"/>
            <a:headEnd type="none"/>
            <a:tailEnd type="none"/>
          </a:ln>
          <a:effectLst/>
        </p:spPr>
        <p:txBody>
          <a:bodyPr vert="horz" wrap="square" lIns="198120" tIns="125730" rIns="198120" bIns="12573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02418B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Какие цели вы поставили и какие задачи решили своим проектом </a:t>
            </a:r>
            <a:endParaRPr sz="1500" cap="none">
              <a:solidFill>
                <a:srgbClr val="02418B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5;p35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l3mg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YCAAB/NwAAvwoAABAAAAAmAAAACAAAADw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Что планировалось</a:t>
            </a:r>
            <a:endParaRPr lang="ru-ru" cap="none"/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952500" y="2058670"/>
          <a:ext cx="7239000" cy="25184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585"/>
                <a:gridCol w="6749415"/>
              </a:tblGrid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1.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>
                      <a:noFill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Создать ZIO Producer и ZIO Consumer для обработки данных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2.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Создать механизм обогащения сырых данных из внешнего источника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3.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Настроить систему управления и мониторинга на основе gui Conductor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4.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</a:tbl>
          </a:graphicData>
        </a:graphic>
      </p:graphicFrame>
      <p:sp>
        <p:nvSpPr>
          <p:cNvPr id="4" name="Google Shape;177;p35"/>
          <p:cNvSpPr>
            <a:extLst>
              <a:ext uri="smNativeData">
                <pr:smNativeData xmlns:pr="smNativeData" xmlns="smNativeData" val="SMDATA_15_9kV5ZhMAAAAlAAAA9AEAAA0AAAAAOAEAAMYAAAA4AQAAxgAAAAAAAAABAAAAAAAAAAEAAABQAAAAe0ljtI6q2r8AAAAAAAD0PwAAAAAAAOA/AAAAAAAA4D8AAAAAAADgPwAAAAAAAOA/AAAAAAAA4D8AAAAAAADgPwAAAAAAAOA/AAAAAAAA4D8CAAAAjAAAAAEAAAAAAAAA8/PzAP///wgAAAAAAAAAAAAAAAAAAAAAAAAAAAAAAAAAAAAAeAAAAAEAAABAAAAAAAAAAAAAAABaAAAAAAAAAAAAAAAAAAAAAAAAAAAAAAAAAAAAAAAAAAAAAAAAAAAAAAAAAAAAAAAAAAAAAAAAAAAAAAAAAAAAAAAAAAAAAAAAAAAAFAAAADwAAAABAAAAAAAAAAE9hQ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CgVFO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/PzAP///wEAAAAAAAAAAAAAAAAAAAAAAAAAAAAAAAAAAAAAAAAAAAE9hQB/f38AWVlZA8zMzADAwP8Af39/AAAAAAAAAAAAAAAAAAAAAAAAAAAAIQAAABgAAAAUAAAA2CAAAFMCAADnNQAACwkAABAAAAAmAAAACAAAAP//////////"/>
              </a:ext>
            </a:extLst>
          </p:cNvSpPr>
          <p:nvPr/>
        </p:nvSpPr>
        <p:spPr>
          <a:xfrm>
            <a:off x="5339080" y="377825"/>
            <a:ext cx="3423285" cy="1092200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rgbClr val="F3F3F3"/>
          </a:solidFill>
          <a:ln w="9525" cap="flat" cmpd="sng" algn="ctr">
            <a:solidFill>
              <a:srgbClr val="013D85"/>
            </a:solidFill>
            <a:prstDash val="solid"/>
            <a:headEnd type="none"/>
            <a:tailEnd type="none"/>
          </a:ln>
          <a:effectLst/>
        </p:spPr>
        <p:txBody>
          <a:bodyPr vert="horz" wrap="square" lIns="198120" tIns="125730" rIns="198120" bIns="125730" numCol="1" spcCol="21590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02418B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Что было в начале, что знали до курса, сколько времени заняло выполнение проекта</a:t>
            </a:r>
            <a:endParaRPr sz="1500" cap="none">
              <a:solidFill>
                <a:srgbClr val="02418B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2;p36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MeGcz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YCAAB/NwAAvwoAABAAAAAmAAAACAAAADw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Используемые технологии</a:t>
            </a:r>
            <a:endParaRPr lang="ru-ru" cap="none"/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952500" y="2058670"/>
          <a:ext cx="7239000" cy="14420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585"/>
                <a:gridCol w="6749415"/>
              </a:tblGrid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1.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>
                      <a:noFill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Apache Kafka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2.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ZIO Streams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3.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</a:tbl>
          </a:graphicData>
        </a:graphic>
      </p:graphicFrame>
      <p:sp>
        <p:nvSpPr>
          <p:cNvPr id="4" name="Google Shape;184;p36"/>
          <p:cNvSpPr>
            <a:extLst>
              <a:ext uri="smNativeData">
                <pr:smNativeData xmlns:pr="smNativeData" xmlns="smNativeData" val="SMDATA_15_9kV5ZhMAAAAlAAAA9AEAAA0AAAAAOAEAAMYAAAA4AQAAxgAAAAAAAAABAAAAAAAAAAEAAABQAAAAR+aRPxh47L8Gu2Hbosz8vwAAAAAAAOA/AAAAAAAA4D8AAAAAAADgPwAAAAAAAOA/AAAAAAAA4D8AAAAAAADgPwAAAAAAAOA/AAAAAAAA4D8CAAAAjAAAAAEAAAAAAAAA8/PzAP///wgAAAAAAAAAAAAAAAAAAAAAAAAAAAAAAAAAAAAAeAAAAAEAAABAAAAAAAAAAAAAAABaAAAAAAAAAAAAAAAAAAAAAAAAAAAAAAAAAAAAAAAAAAAAAAAAAAAAAAAAAAAAAAAAAAAAAAAAAAAAAAAAAAAAAAAAAAAAAAAAAAAAFAAAADwAAAABAAAAAAAAAAE9hQ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ECA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/PzAP///wEAAAAAAAAAAAAAAAAAAAAAAAAAAAAAAAAAAAAAAAAAAAE9hQB/f38AWVlZA8zMzADAwP8Af39/AAAAAAAAAAAAAAAAAAAAAAAAAAAAIQAAABgAAAAUAAAAVR0AALMbAABkMgAAaiIAABAAAAAmAAAACAAAAP//////////"/>
              </a:ext>
            </a:extLst>
          </p:cNvSpPr>
          <p:nvPr/>
        </p:nvSpPr>
        <p:spPr>
          <a:xfrm>
            <a:off x="4768215" y="4502785"/>
            <a:ext cx="3423285" cy="1091565"/>
          </a:xfrm>
          <a:prstGeom prst="wedgeRectCallout">
            <a:avLst>
              <a:gd name="adj1" fmla="val -44483"/>
              <a:gd name="adj2" fmla="val -89998"/>
            </a:avLst>
          </a:prstGeom>
          <a:solidFill>
            <a:srgbClr val="F3F3F3"/>
          </a:solidFill>
          <a:ln w="9525" cap="flat" cmpd="sng" algn="ctr">
            <a:solidFill>
              <a:srgbClr val="013D85"/>
            </a:solidFill>
            <a:prstDash val="solid"/>
            <a:headEnd type="none"/>
            <a:tailEnd type="none"/>
          </a:ln>
          <a:effectLst/>
        </p:spPr>
        <p:txBody>
          <a:bodyPr vert="horz" wrap="square" lIns="198120" tIns="125730" rIns="198120" bIns="125730" numCol="1" spcCol="215900" anchor="ctr"/>
          <a:lstStyle/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02418B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Какие технологии использовались и какое у вас мнение о новых технологиях</a:t>
            </a:r>
            <a:endParaRPr sz="1500" cap="none">
              <a:solidFill>
                <a:srgbClr val="02418B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9;p37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Dhtu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YCAAB/NwAAvwoAABAAAAAmAAAACAAAADw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Что получилось</a:t>
            </a:r>
            <a:r>
              <a:t>: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MLAAB/NwAAuScAABAAAAAmAAAACAAAADwwAAAAAAAA"/>
              </a:ext>
            </a:extLst>
          </p:cNvSpPr>
          <p:nvPr>
            <p:ph type="body" idx="1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>
              <a:defRPr b="1" cap="none">
                <a:solidFill>
                  <a:srgbClr val="0000FF"/>
                </a:solidFill>
              </a:defRPr>
            </a:pPr>
            <a:r>
              <a:t>Экран gui Conductor с загруженными сырыми данными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9kV5Zh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NwDAADmDgAAHSAAAMMl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" y="2421890"/>
            <a:ext cx="4592955" cy="37166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YCAAB/NwAAv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Что получилось: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MLAAB/NwAAuSc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b="1" cap="none">
                <a:solidFill>
                  <a:srgbClr val="0000FF"/>
                </a:solidFill>
              </a:defRPr>
            </a:pPr>
            <a:r>
              <a:t>Основной экран gui Conductor с подключенным кластером Kafka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9kV5Zh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DF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O8DAACGDgAAOyMAAKQl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39445" y="2360930"/>
            <a:ext cx="5087620" cy="37579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YCAAB/NwAAv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Что получилось: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MLAAB/NwAAuSc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b="1" cap="none">
                <a:solidFill>
                  <a:srgbClr val="0000FF"/>
                </a:solidFill>
              </a:defRPr>
            </a:pPr>
            <a:r>
              <a:t>Экран мониторинга состояния кластера  gui Conductor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9kV5Zh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B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OwDAADNDgAA7yIAAA4n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37540" y="2406015"/>
            <a:ext cx="5041265" cy="394271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YCAAB/NwAAv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Что получилось: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WVlZA8zMzADAwP8Af39/AAAAAAAAAAAAAAAAAAAAAAAAAAAAIQAAABgAAAAUAAAAFAMAALMLAAB/NwAAuSc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b="1" cap="none">
                <a:solidFill>
                  <a:srgbClr val="0000FF"/>
                </a:solidFill>
              </a:defRPr>
            </a:pPr>
            <a:r>
              <a:t>Монадический парсер текста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9kV5Zh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CEEAADlDgAAuS8AAKMk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671195" y="2421255"/>
            <a:ext cx="7086600" cy="353441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LYCAAB/NwAAv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Что получилось: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LMLAAB/NwAAuSc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b="1" cap="none">
                <a:solidFill>
                  <a:srgbClr val="0000FF"/>
                </a:solidFill>
              </a:defRPr>
            </a:pPr>
            <a:r>
              <a:t>Экран топика с обогащенными данными</a:t>
            </a: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9kV5Zh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KADAACZDgAAIiMAAKUnAAAQ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89280" y="2372995"/>
            <a:ext cx="5121910" cy="40716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LYCAAB/NwAAv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Что получилось:</a:t>
            </a:r>
          </a:p>
        </p:txBody>
      </p:sp>
      <p:sp>
        <p:nvSpPr>
          <p:cNvPr id="3" name="ТекстСлайда1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LMLAAB/NwAAuSc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>
              <a:defRPr b="1" cap="none">
                <a:solidFill>
                  <a:srgbClr val="0000FF"/>
                </a:solidFill>
              </a:defRPr>
            </a:pPr>
            <a:r>
              <a:t>Ссылка на репозиторий с исходными кодами:</a:t>
            </a:r>
          </a:p>
          <a:p>
            <a:pPr>
              <a:defRPr b="1" cap="none">
                <a:solidFill>
                  <a:srgbClr val="0000FF"/>
                </a:solidFill>
              </a:defRPr>
            </a:pPr>
            <a:r>
              <a:t>https://github.com/AlekseyFilatov/-OTUS_hw_kafka/tree/project/project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6;p38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tUGR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+gIAAIICAABlNwAAiwoAABAAAAAmAAAACAAAAD0wAAAAAAAA"/>
              </a:ext>
            </a:extLst>
          </p:cNvSpPr>
          <p:nvPr>
            <p:ph type="title"/>
          </p:nvPr>
        </p:nvSpPr>
        <p:spPr>
          <a:xfrm>
            <a:off x="483870" y="407670"/>
            <a:ext cx="8521065" cy="1306195"/>
          </a:xfrm>
        </p:spPr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Схемы (архитектура, БД)</a:t>
            </a:r>
            <a:endParaRPr lang="ru-ru" cap="none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Google Shape;197;p38"/>
          <p:cNvSpPr>
            <a:extLst>
              <a:ext uri="smNativeData">
                <pr:smNativeData xmlns:pr="smNativeData" xmlns="smNativeData" val="SMDATA_15_9kV5ZhMAAAAlAAAA9AEAAA0AAAAAOAEAAMYAAAA4AQAAxgAAAAAAAAABAAAAAAAAAAEAAABQAAAAtSRVET1m6b8FJ9au5qX6vwAAAAAAAOA/AAAAAAAA4D8AAAAAAADgPwAAAAAAAOA/AAAAAAAA4D8AAAAAAADgPwAAAAAAAOA/AAAAAAAA4D8CAAAAjAAAAAEAAAAAAAAA8/PzAP///wgAAAAAAAAAAAAAAAAAAAAAAAAAAAAAAAAAAAAAeAAAAAEAAABAAAAAAAAAAAAAAABaAAAAAAAAAAAAAAAAAAAAAAAAAAAAAAAAAAAAAAAAAAAAAAAAAAAAAAAAAAAAAAAAAAAAAAAAAAAAAAAAAAAAAAAAAAAAAAAAAAAAFAAAADwAAAABAAAAAAAAAAE9hQ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G+pTlk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/PzAP///wEAAAAAAAAAAAAAAAAAAAAAAAAAAAAAAAAAAAAAAAAAAAE9hQB/f38AWVlZA8zMzADAwP8Af39/AAAAAAAAAAAAAAAAAAAAAAAAAAAAIQAAABgAAAAUAAAAvR0AAO0fAADMMgAApCYAABAAAAAmAAAACAAAAP//////////"/>
              </a:ext>
            </a:extLst>
          </p:cNvSpPr>
          <p:nvPr/>
        </p:nvSpPr>
        <p:spPr>
          <a:xfrm>
            <a:off x="4834255" y="5189855"/>
            <a:ext cx="3423285" cy="1091565"/>
          </a:xfrm>
          <a:prstGeom prst="wedgeRectCallout">
            <a:avLst>
              <a:gd name="adj1" fmla="val -39687"/>
              <a:gd name="adj2" fmla="val -83275"/>
            </a:avLst>
          </a:prstGeom>
          <a:solidFill>
            <a:srgbClr val="F3F3F3"/>
          </a:solidFill>
          <a:ln w="9525" cap="flat" cmpd="sng" algn="ctr">
            <a:solidFill>
              <a:srgbClr val="013D85"/>
            </a:solidFill>
            <a:prstDash val="solid"/>
            <a:headEnd type="none"/>
            <a:tailEnd type="none"/>
          </a:ln>
          <a:effectLst/>
        </p:spPr>
        <p:txBody>
          <a:bodyPr vert="horz" wrap="square" lIns="198120" tIns="125730" rIns="198120" bIns="125730" numCol="1" spcCol="215900" anchor="ctr"/>
          <a:lstStyle/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02418B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Опционально, если ваш проект позволяет это сделать</a:t>
            </a:r>
            <a:endParaRPr sz="1500" cap="none">
              <a:solidFill>
                <a:srgbClr val="02418B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:pr="smNativeData" xmlns="smNativeData" val="SMDATA_17_9kV5ZhMAAAAlAAAAEQAAAC8BAAAAkAAAAEgAAACQAAAAS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AcAAAA4AAAAAAAAAAAAAAAAAAAA////AAAAAAAAAAAAAAAAAAAAAAAAAAAAAAAAAAAAAABkAAAAZAAAAAAAAAAjAAAABAAAAGQAAAAXAAAAFAAAAAAAAAAAAAAA/38AAP9/AAAAAAAACQAAAAQAAAAO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EKF9AX///8BAAAAAAAAAAAAAAAAAAAAAAAAAAAAAAAAAAAAAAAAAAAAAAACf39/AFlZWQPMzMwAwMD/AH9/fwAAAAAAAAAAAAAAAAD///8AAAAAACEAAAAYAAAAFAAAAAUDAAB5CwAAQzcAAMkcAAAQ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90855" y="1864995"/>
            <a:ext cx="8492490" cy="28143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2;p39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A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I+nzT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FAMAALYCAAB/NwAAvwoAABAAAAAmAAAACAAAADwwAAAAAAAA"/>
              </a:ext>
            </a:extLst>
          </p:cNvSpPr>
          <p:nvPr>
            <p:ph type="title"/>
          </p:nvPr>
        </p:nvSpPr>
        <p:spPr/>
        <p:txBody>
          <a:bodyPr vert="horz" wrap="square" lIns="91440" tIns="91440" rIns="91440" bIns="91440" numCol="1" spcCol="215900" anchor="t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Выводы и планы по развитию</a:t>
            </a:r>
            <a:endParaRPr lang="ru-ru" cap="none"/>
          </a:p>
        </p:txBody>
      </p:sp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952500" y="2058670"/>
          <a:ext cx="7239000" cy="2931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585"/>
                <a:gridCol w="6749415"/>
              </a:tblGrid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1.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>
                      <a:noFill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Apache Kafka является удобным и надежным инструментом для хранения и обогащения данных в микросервисной архитектуре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2.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ZIO Streams позволяет использовать эффективную среду ZIO для потоковой обработки данных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  <a:tr h="381000">
                <a:tc>
                  <a:txBody>
                    <a:bodyPr wrap="square" numCol="1"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700" b="1" cap="none">
                          <a:solidFill>
                            <a:srgbClr val="013D85"/>
                          </a:solidFill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3.</a:t>
                      </a:r>
                      <a:endParaRPr sz="1700" b="1" cap="none">
                        <a:solidFill>
                          <a:srgbClr val="013D85"/>
                        </a:solidFill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>
                      <a:noFill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 numCol="1"/>
                    <a:lstStyle/>
                    <a:p>
                      <a:pPr marL="0" marR="0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cap="none">
                          <a:latin typeface="Roboto" pitchFamily="0" charset="0"/>
                          <a:ea typeface="Roboto" pitchFamily="0" charset="0"/>
                          <a:cs typeface="Roboto" pitchFamily="0" charset="0"/>
                        </a:rPr>
                        <a:t>Требуется настроить мониторинг не только непосредственно инструментов Apache Kafka и ZIO, но и среды их выполнения используя такие средства как Prometheus и Grafana</a:t>
                      </a:r>
                      <a:endParaRPr sz="1700" cap="none">
                        <a:latin typeface="Roboto" pitchFamily="0" charset="0"/>
                        <a:ea typeface="Roboto" pitchFamily="0" charset="0"/>
                        <a:cs typeface="Roboto" pitchFamily="0" charset="0"/>
                      </a:endParaRPr>
                    </a:p>
                  </a:txBody>
                  <a:tcPr marL="198120" marR="91440" marT="91440" marB="9144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headEnd type="none"/>
                      <a:tailEnd type="none"/>
                    </a:lnL>
                    <a:lnR>
                      <a:noFill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headEnd type="none"/>
                      <a:tailEnd type="none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smNativeData">
                    <pr:rowheight xmlns="" xmlns:pr="smNativeData" dt="1719223798" type="min" val="381000"/>
                  </a:ext>
                </a:extLst>
              </a:tr>
            </a:tbl>
          </a:graphicData>
        </a:graphic>
      </p:graphicFrame>
      <p:sp>
        <p:nvSpPr>
          <p:cNvPr id="4" name="Google Shape;204;p39"/>
          <p:cNvSpPr>
            <a:extLst>
              <a:ext uri="smNativeData">
                <pr:smNativeData xmlns:pr="smNativeData" xmlns="smNativeData" val="SMDATA_15_9kV5ZhMAAAAlAAAA9AEAAA0AAAAAOAEAAMYAAAA4AQAAxgAAAAAAAAABAAAAAAAAAAEAAABQAAAAEXC47Anh479Fb0gmzk0BwAAAAAAAAOA/AAAAAAAA4D8AAAAAAADgPwAAAAAAAOA/AAAAAAAA4D8AAAAAAADgPwAAAAAAAOA/AAAAAAAA4D8CAAAAjAAAAAEAAAAAAAAA8/PzAP///wgAAAAAAAAAAAAAAAAAAAAAAAAAAAAAAAAAAAAAeAAAAAEAAABAAAAAAAAAAAAAAABaAAAAAAAAAAAAAAAAAAAAAAAAAAAAAAAAAAAAAAAAAAAAAAAAAAAAAAAAAAAAAAAAAAAAAAAAAAAAAAAAAAAAAAAAAAAAAAAAAAAAFAAAADwAAAABAAAAAAAAAAE9hQAPAAAAAQAAACMAAAAjAAAAIwAAAB4AAAAAAAAASwAAAEsAAAAAAAAASwAAAEs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DkxY2g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8/PzAP///wEAAAAAAAAAAAAAAAAAAAAAAAAAAAAAAAAAAAAAAAAAAAE9hQB/f38AWVlZA8zMzADAwP8Af39/AAAAAAAAAAAAAAAAAAAAAAAAAAAAIQAAABgAAAAUAAAAVR0AAO0iAABkMgAAMCoAABAAAAAmAAAACAAAAP//////////"/>
              </a:ext>
            </a:extLst>
          </p:cNvSpPr>
          <p:nvPr/>
        </p:nvSpPr>
        <p:spPr>
          <a:xfrm>
            <a:off x="4768215" y="5677535"/>
            <a:ext cx="3423285" cy="1180465"/>
          </a:xfrm>
          <a:prstGeom prst="wedgeRectCallout">
            <a:avLst>
              <a:gd name="adj1" fmla="val -31061"/>
              <a:gd name="adj2" fmla="val -108150"/>
            </a:avLst>
          </a:prstGeom>
          <a:solidFill>
            <a:srgbClr val="F3F3F3"/>
          </a:solidFill>
          <a:ln w="9525" cap="flat" cmpd="sng" algn="ctr">
            <a:solidFill>
              <a:srgbClr val="013D85"/>
            </a:solidFill>
            <a:prstDash val="solid"/>
            <a:headEnd type="none"/>
            <a:tailEnd type="none"/>
          </a:ln>
          <a:effectLst/>
        </p:spPr>
        <p:txBody>
          <a:bodyPr vert="horz" wrap="square" lIns="198120" tIns="125730" rIns="198120" bIns="125730" numCol="1" spcCol="215900" anchor="ctr"/>
          <a:lstStyle/>
          <a:p>
            <a:pPr marL="0" indent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500" cap="none">
                <a:solidFill>
                  <a:srgbClr val="02418B"/>
                </a:solidFill>
                <a:latin typeface="Roboto" pitchFamily="0" charset="0"/>
                <a:ea typeface="Roboto" pitchFamily="0" charset="0"/>
                <a:cs typeface="Roboto" pitchFamily="0" charset="0"/>
              </a:rPr>
              <a:t>Запланируйте пару минут на рефлексию в конце защиты проекта и расскажите о планах по развитию</a:t>
            </a:r>
            <a:endParaRPr sz="1500" cap="none">
              <a:solidFill>
                <a:srgbClr val="02418B"/>
              </a:solidFill>
              <a:latin typeface="Roboto" pitchFamily="0" charset="0"/>
              <a:ea typeface="Roboto" pitchFamily="0" charset="0"/>
              <a:cs typeface="Roboto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09;p40"/>
          <p:cNvSpPr>
            <a:spLocks noGrp="1" noChangeArrowheads="1"/>
            <a:extLst>
              <a:ext uri="smNativeData">
                <pr:smNativeData xmlns:pr="smNativeData" xmlns="smNativeData" val="SMDATA_15_9kV5ZhMAAAAlAAAAZAAAAA0AAAAAkAAAAJAAAACQAAAAkAAAAAAAAAABAAAAAAAAAAEAAABQAAAAAAAAAAAA4D8AAAAAAADgPwAAAAAAAOA/AAAAAAAA4D8AAAAAAADgPwAAAAAAAOA/AAAAAAAA4D8AAAAAAADgPwAAAAAAAOA/AAAAAAAA4D8CAAAAjAAAAAAAAAAAAAAAQoX0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BZWVkKAAAAACgAAAAoAAAAZAAAAGQAAAAAAAAAzMzMAAAAAABQAAAAUAAAAGQAAABkAAAAAAAAABcAAAAUAAAAAAAAAAAAAAD/fwAA/38AAAAAAAAJAAAABAAAAJx8t8U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QoX0Bf///wEAAAAAAAAAAAAAAAAAAAAAAAAAAAAAAAAAAAAAAAAAAAAAAAJ/f38AWVlZA8zMzADAwP8Af39/AAAAAAAAAAAAAAAAAAAAAAAAAAAAIQAAABgAAAAUAAAA4gUAAEADAABiNAAAziQAABAAAAAmAAAACAAAAD0wAAAAAAAA"/>
              </a:ext>
            </a:extLst>
          </p:cNvSpPr>
          <p:nvPr>
            <p:ph type="title"/>
          </p:nvPr>
        </p:nvSpPr>
        <p:spPr>
          <a:xfrm>
            <a:off x="956310" y="528320"/>
            <a:ext cx="7559040" cy="5454650"/>
          </a:xfrm>
        </p:spPr>
        <p:txBody>
          <a:bodyPr vert="horz" wrap="square" lIns="91440" tIns="91440" rIns="91440" bIns="91440" numCol="1" spcCol="215900" anchor="ctr">
            <a:prstTxWarp prst="textNoShape">
              <a:avLst/>
            </a:prstTxWarp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/>
              <a:t>Спасибо за внимание!</a:t>
            </a:r>
            <a:br/>
            <a:endParaRPr sz="1400" b="0" cap="none">
              <a:solidFill>
                <a:srgbClr val="000000"/>
              </a:solidFill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EEEEEE"/>
      </a:dk2>
      <a:lt2>
        <a:srgbClr val="595959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EEEEEE"/>
        </a:dk2>
        <a:lt2>
          <a:srgbClr val="595959"/>
        </a:lt2>
        <a:accent1>
          <a:srgbClr val="4285F4"/>
        </a:accent1>
        <a:accent2>
          <a:srgbClr val="212121"/>
        </a:accent2>
        <a:accent3>
          <a:srgbClr val="78909C"/>
        </a:accent3>
        <a:accent4>
          <a:srgbClr val="FFAB40"/>
        </a:accent4>
        <a:accent5>
          <a:srgbClr val="0097A7"/>
        </a:accent5>
        <a:accent6>
          <a:srgbClr val="EEFF41"/>
        </a:accent6>
        <a:hlink>
          <a:srgbClr val="0097A7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EEEEEE"/>
        </a:dk2>
        <a:lt2>
          <a:srgbClr val="595959"/>
        </a:lt2>
        <a:accent1>
          <a:srgbClr val="4285F4"/>
        </a:accent1>
        <a:accent2>
          <a:srgbClr val="212121"/>
        </a:accent2>
        <a:accent3>
          <a:srgbClr val="78909C"/>
        </a:accent3>
        <a:accent4>
          <a:srgbClr val="FFAB40"/>
        </a:accent4>
        <a:accent5>
          <a:srgbClr val="0097A7"/>
        </a:accent5>
        <a:accent6>
          <a:srgbClr val="EEFF41"/>
        </a:accent6>
        <a:hlink>
          <a:srgbClr val="0097A7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EEEEEE"/>
        </a:dk2>
        <a:lt2>
          <a:srgbClr val="595959"/>
        </a:lt2>
        <a:accent1>
          <a:srgbClr val="4285F4"/>
        </a:accent1>
        <a:accent2>
          <a:srgbClr val="212121"/>
        </a:accent2>
        <a:accent3>
          <a:srgbClr val="78909C"/>
        </a:accent3>
        <a:accent4>
          <a:srgbClr val="FFAB40"/>
        </a:accent4>
        <a:accent5>
          <a:srgbClr val="0097A7"/>
        </a:accent5>
        <a:accent6>
          <a:srgbClr val="EEFF41"/>
        </a:accent6>
        <a:hlink>
          <a:srgbClr val="0097A7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EEEEEE"/>
        </a:dk2>
        <a:lt2>
          <a:srgbClr val="595959"/>
        </a:lt2>
        <a:accent1>
          <a:srgbClr val="4285F4"/>
        </a:accent1>
        <a:accent2>
          <a:srgbClr val="212121"/>
        </a:accent2>
        <a:accent3>
          <a:srgbClr val="78909C"/>
        </a:accent3>
        <a:accent4>
          <a:srgbClr val="FFAB40"/>
        </a:accent4>
        <a:accent5>
          <a:srgbClr val="0097A7"/>
        </a:accent5>
        <a:accent6>
          <a:srgbClr val="EEFF41"/>
        </a:accent6>
        <a:hlink>
          <a:srgbClr val="0097A7"/>
        </a:hlink>
        <a:folHlink>
          <a:srgbClr val="0097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F3F3F3"/>
      </a:dk2>
      <a:lt2>
        <a:srgbClr val="158158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Presentatio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F3F3F3"/>
        </a:dk2>
        <a:lt2>
          <a:srgbClr val="158158"/>
        </a:lt2>
        <a:accent1>
          <a:srgbClr val="058DC7"/>
        </a:accent1>
        <a:accent2>
          <a:srgbClr val="50B432"/>
        </a:accent2>
        <a:accent3>
          <a:srgbClr val="ED561B"/>
        </a:accent3>
        <a:accent4>
          <a:srgbClr val="EDEF00"/>
        </a:accent4>
        <a:accent5>
          <a:srgbClr val="24CBE5"/>
        </a:accent5>
        <a:accent6>
          <a:srgbClr val="64E572"/>
        </a:accent6>
        <a:hlink>
          <a:srgbClr val="2200CC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F3F3F3"/>
        </a:dk2>
        <a:lt2>
          <a:srgbClr val="158158"/>
        </a:lt2>
        <a:accent1>
          <a:srgbClr val="058DC7"/>
        </a:accent1>
        <a:accent2>
          <a:srgbClr val="50B432"/>
        </a:accent2>
        <a:accent3>
          <a:srgbClr val="ED561B"/>
        </a:accent3>
        <a:accent4>
          <a:srgbClr val="EDEF00"/>
        </a:accent4>
        <a:accent5>
          <a:srgbClr val="24CBE5"/>
        </a:accent5>
        <a:accent6>
          <a:srgbClr val="64E572"/>
        </a:accent6>
        <a:hlink>
          <a:srgbClr val="2200CC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F3F3F3"/>
        </a:dk2>
        <a:lt2>
          <a:srgbClr val="158158"/>
        </a:lt2>
        <a:accent1>
          <a:srgbClr val="058DC7"/>
        </a:accent1>
        <a:accent2>
          <a:srgbClr val="50B432"/>
        </a:accent2>
        <a:accent3>
          <a:srgbClr val="ED561B"/>
        </a:accent3>
        <a:accent4>
          <a:srgbClr val="EDEF00"/>
        </a:accent4>
        <a:accent5>
          <a:srgbClr val="24CBE5"/>
        </a:accent5>
        <a:accent6>
          <a:srgbClr val="64E572"/>
        </a:accent6>
        <a:hlink>
          <a:srgbClr val="2200CC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F3F3F3"/>
        </a:dk2>
        <a:lt2>
          <a:srgbClr val="158158"/>
        </a:lt2>
        <a:accent1>
          <a:srgbClr val="058DC7"/>
        </a:accent1>
        <a:accent2>
          <a:srgbClr val="50B432"/>
        </a:accent2>
        <a:accent3>
          <a:srgbClr val="ED561B"/>
        </a:accent3>
        <a:accent4>
          <a:srgbClr val="EDEF00"/>
        </a:accent4>
        <a:accent5>
          <a:srgbClr val="24CBE5"/>
        </a:accent5>
        <a:accent6>
          <a:srgbClr val="64E572"/>
        </a:accent6>
        <a:hlink>
          <a:srgbClr val="2200CC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3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4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5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6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7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8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9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10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11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ppt/theme/themeOverride12.xml><?xml version="1.0" encoding="utf-8"?>
<a:themeOverride xmlns:a="http://schemas.openxmlformats.org/drawingml/2006/main">
  <a:clrScheme name="Presentation 1">
    <a:dk1>
      <a:srgbClr val="000000"/>
    </a:dk1>
    <a:lt1>
      <a:srgbClr val="FFFFFF"/>
    </a:lt1>
    <a:dk2>
      <a:srgbClr val="158158"/>
    </a:dk2>
    <a:lt2>
      <a:srgbClr val="F3F3F3"/>
    </a:lt2>
    <a:accent1>
      <a:srgbClr val="058DC7"/>
    </a:accent1>
    <a:accent2>
      <a:srgbClr val="50B432"/>
    </a:accent2>
    <a:accent3>
      <a:srgbClr val="ED561B"/>
    </a:accent3>
    <a:accent4>
      <a:srgbClr val="EDEF00"/>
    </a:accent4>
    <a:accent5>
      <a:srgbClr val="24CBE5"/>
    </a:accent5>
    <a:accent6>
      <a:srgbClr val="64E572"/>
    </a:accent6>
    <a:hlink>
      <a:srgbClr val="2200CC"/>
    </a:hlink>
    <a:folHlink>
      <a:srgbClr val="551A8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AlexFil</cp:lastModifiedBy>
  <cp:revision>0</cp:revision>
  <dcterms:created xsi:type="dcterms:W3CDTF">2024-06-24T08:13:17Z</dcterms:created>
  <dcterms:modified xsi:type="dcterms:W3CDTF">2024-06-24T10:09:58Z</dcterms:modified>
</cp:coreProperties>
</file>