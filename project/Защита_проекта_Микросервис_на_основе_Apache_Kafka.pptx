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fntdata" ContentType="application/x-fontdata"/>
  <Default Extension="bmp" ContentType="image/bmp"/>
  <Default Extension="jpeg" ContentType="image/jpeg"/>
  <Default Extension="png" ContentType="image/png"/>
  <Default Extension="gif" ContentType="image/gif"/>
  <Default Extension="tif" ContentType="image/tif"/>
  <Default Extension="emf" ContentType="image/x-emf"/>
  <Default Extension="wmf" ContentType="image/x-wmf"/>
  <Default Extension="pct" ContentType="image/pct"/>
  <Default Extension="pcx" ContentType="image/pcx"/>
  <Default Extension="tga" ContentType="image/tga"/>
  <Default Extension="svg" ContentType="image/svg+xml"/>
  <Default Extension="avi" ContentType="video/avi"/>
  <Default Extension="wmv" ContentType="video/wmv"/>
  <Default Extension="mpg" ContentType="video/mpeg"/>
  <Default Extension="mpeg" ContentType="video/mpeg"/>
  <Default Extension="mp2" ContentType="video/mpeg"/>
  <Default Extension="mp4" ContentType="video/mpeg"/>
  <Default Extension="wma" ContentType="audio/x-ms-wma"/>
  <Default Extension="mid" ContentType="audio/unknown"/>
  <Default Extension="midi" ContentType="audio/unknown"/>
  <Default Extension="rmi" ContentType="audio/unknown"/>
  <Default Extension="mp3" ContentType="audio/unknown"/>
  <Default Extension="wav" ContentType="audio/wav"/>
  <Default Extension="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</Types>
</file>

<file path=_rels/.rels><?xml version="1.0" encoding="UTF-8" standalone="yes" 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embedTrueTypeFonts="1" saveSubsetFonts="0">
  <p:sldMasterIdLst>
    <p:sldMasterId id="214748367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15"/>
    <p:sldId id="276" r:id="rId16"/>
    <p:sldId id="277" r:id="rId17"/>
    <p:sldId id="278" r:id="rId18"/>
    <p:sldId id="279" r:id="rId19"/>
    <p:sldId id="264" r:id="rId20"/>
    <p:sldId id="265" r:id="rId21"/>
    <p:sldId id="266" r:id="rId22"/>
  </p:sldIdLst>
  <p:sldSz cx="9144000" cy="6858000"/>
  <p:notesSz cx="6858000" cy="9144000"/>
  <p:embeddedFontLst>
    <p:embeddedFont>
      <p:font typeface="Roboto" pitchFamily="0" charset="0"/>
      <p:regular r:id="rId23"/>
      <p:bold r:id="rId24"/>
      <p:italic r:id="rId25"/>
    </p:embeddedFont>
  </p:embeddedFontLst>
  <p:defaultText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defaultTextStyle>
</p:presentation>
</file>

<file path=ppt/presProps.xml><?xml version="1.0" encoding="utf-8"?>
<p:presentation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howPr showNarration="1">
    <p:penClr>
      <a:srgbClr val="0000FF"/>
    </p:penClr>
  </p:showPr>
  <p:extLst>
    <p:ext uri="smNativeData">
      <pr:smAppRevision xmlns:pr="smNativeData" xmlns="smNativeData" dt="1719223573" val="1215" revOS="4"/>
      <pr:smFileRevision xmlns:pr="smNativeData" xmlns="smNativeData" dt="1719223573" val="101"/>
      <pr:guideOptions xmlns:pr="smNativeData" xmlns="smNativeData" dt="1719223573" snapToBorder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slideViewPr>
    <p:cSldViewPr snapToGrid="0">
      <p:cViewPr varScale="1">
        <p:scale>
          <a:sx n="47" d="100"/>
          <a:sy n="47" d="100"/>
        </p:scale>
        <p:origin x="1370" y="216"/>
      </p:cViewPr>
      <p:guideLst x="0" y="0">
        <p:guide orient="horz" pos="4082"/>
        <p:guide orient="horz" pos="238"/>
        <p:guide pos="5533"/>
        <p:guide pos="227"/>
      </p:guideLst>
    </p:cSldViewPr>
  </p:slideViewPr>
  <p:outlineViewPr>
    <p:cViewPr>
      <p:scale>
        <a:sx n="33" d="100"/>
        <a:sy n="33" d="100"/>
      </p:scale>
      <p:origin x="0" y="0"/>
    </p:cViewPr>
  </p:outlineViewPr>
  <p:sorterViewPr>
    <p:cViewPr>
      <p:scale>
        <a:sx n="14" d="100"/>
        <a:sy n="14" d="100"/>
      </p:scale>
      <p:origin x="0" y="0"/>
    </p:cViewPr>
  </p:sorterViewPr>
  <p:notesViewPr>
    <p:cSldViewPr snapToGrid="0">
      <p:cViewPr>
        <p:scale>
          <a:sx n="47" d="100"/>
          <a:sy n="47" d="100"/>
        </p:scale>
        <p:origin x="1370" y="216"/>
      </p:cViewPr>
    </p:cSldViewPr>
  </p:notesViewPr>
  <p:gridSpacing cx="73477120" cy="73477120"/>
</p:viewPr>
</file>

<file path=ppt/_rels/presentation.xml.rels><?xml version="1.0" encoding="UTF-8" standalone="yes" 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tableStyles" Target="tableStyles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font" Target="fonts/font1.fntdata"/><Relationship Id="rId24" Type="http://schemas.openxmlformats.org/officeDocument/2006/relationships/font" Target="fonts/font2.fntdata"/><Relationship Id="rId25" Type="http://schemas.openxmlformats.org/officeDocument/2006/relationships/font" Target="fonts/font3.fntdata"/></Relationships>
</file>

<file path=ppt/notesMasters/_rels/notesMaster1.xml.rels><?xml version="1.0" encoding="UTF-8" standalone="yes" 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Cw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D/Hw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  <a:noFill/>
          <a:ln w="9525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</p:sp>
      <p:sp>
        <p:nvSpPr>
          <p:cNvPr id="3" name="Google Shape;4;n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BY3H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AVgVgKAAAAACgAAAAoAAAAZAAAAGQAAAAAAAAAzMzMAAAAAABQAAAAUAAAAGQAAABkAAAAAAAAABcAAAAUAAAAAAAAAAAAAAD/fwAA/38AAAAAAAAJAAAABAAAAHsAf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2/AAD/Hw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 cap="none"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 cap="none"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 cap="none"/>
            </a:lvl9pPr>
          </a:lstStyle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1pPr>
    <a:lvl2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2pPr>
    <a:lvl3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3pPr>
    <a:lvl4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4pPr>
    <a:lvl5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5pPr>
    <a:lvl6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6pPr>
    <a:lvl7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7pPr>
    <a:lvl8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8pPr>
    <a:lvl9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tabLst/>
      <a:defRPr sz="1400" b="0" i="0" u="none" strike="noStrike" kern="1" cap="none" spc="0" baseline="0">
        <a:solidFill>
          <a:srgbClr val="000000"/>
        </a:solidFill>
        <a:effectLst/>
        <a:latin typeface="Arial" pitchFamily="2" charset="-52"/>
        <a:ea typeface="Arial" pitchFamily="2" charset="-52"/>
        <a:cs typeface="Arial" pitchFamily="2" charset="-52"/>
      </a:defRPr>
    </a:lvl9pPr>
  </p:notesStyle>
</p:notesMaster>
</file>

<file path=ppt/notesSlides/_rels/notesSlide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themeOverride" Target="../theme/themeOverride2.xml"/></Relationships>
</file>

<file path=ppt/notesSlides/_rels/notesSlide2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themeOverride" Target="../theme/themeOverride3.xml"/></Relationships>
</file>

<file path=ppt/notesSlides/_rels/notesSlide3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themeOverride" Target="../theme/themeOverride4.xml"/></Relationships>
</file>

<file path=ppt/notesSlides/_rels/notesSlide4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themeOverride" Target="../theme/themeOverride5.xml"/></Relationships>
</file>

<file path=ppt/notesSlides/_rels/notesSlide5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themeOverride" Target="../theme/themeOverride6.xml"/></Relationships>
</file>

<file path=ppt/notesSlides/_rels/notesSlide6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themeOverride" Target="../theme/themeOverride7.xml"/></Relationships>
</file>

<file path=ppt/notesSlides/_rels/notesSlide7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themeOverride" Target="../theme/themeOverride8.xml"/></Relationships>
</file>

<file path=ppt/notesSlides/_rels/notesSlide8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themeOverride" Target="../theme/themeOverride9.xml"/></Relationships>
</file>

<file path=ppt/notesSlides/_rels/notesSlide9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themeOverride" Target="../theme/themeOverride10.xml"/></Relationships>
</file>

<file path=ppt/notesSlides/_rels/notesSlide10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Relationship Id="rId3" Type="http://schemas.openxmlformats.org/officeDocument/2006/relationships/themeOverride" Target="../theme/themeOverride11.xml"/></Relationships>
</file>

<file path=ppt/notesSlides/_rels/notesSlide11.xml.rels><?xml version="1.0" encoding="UTF-8" standalone="yes" 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Relationship Id="rId3" Type="http://schemas.openxmlformats.org/officeDocument/2006/relationships/themeOverride" Target="../theme/themeOverride12.xml"/></Relationships>
</file>

<file path=ppt/notesSlides/notesSlide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6;p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27;p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2;gde823becd0_0_11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33;gde823becd0_0_11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9;gde823becd0_0_40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40;gde823becd0_0_40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/Y+1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9;ge83ec99fb9_1_77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XJ0L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50;ge83ec99fb9_1_77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5;gdf29b9fb24_0_34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66;gdf29b9fb24_0_34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FRIq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2;ge83ec99fb9_1_154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73;ge83ec99fb9_1_154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KMkqf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9;ge83ec99fb9_1_160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0;ge83ec99fb9_1_160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6;gdf29b9fb24_0_69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87;gdf29b9fb24_0_69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3;gdf29b9fb24_0_85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194;gdf29b9fb24_0_85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PDbzX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9;ge83ec99fb9_1_167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L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0;ge83ec99fb9_1_167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K8Us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6;ge04b8b6756_0_36:notes"/>
          <p:cNvSpPr>
            <a:spLocks noGrp="1" noChangeArrowheads="1"/>
            <a:extLst>
              <a:ext uri="smNativeData">
                <pr:smNativeData xmlns:pr="smNativeData" xmlns="smNativeData" val="SMDATA_15_FUV5ZhMAAAAlAAAACwAAAA0AAAAACAcAADgEAAAoIwAAUBk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AAAAAAAAA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B/f38AAAAAA8zMzADAwP8Af39/AAAAAAAAAAAAAAAAAAAAAAAAAAAAIQAAABgAAAAUAAAACAcAADgEAAAoIwAAUBkAABAAAAAmAAAACAAAAAEPAAAAAAAA"/>
              </a:ext>
            </a:extLst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4572000" b="3429000"/>
            <a:pathLst>
              <a:path w="4572000" h="3429000" fill="none" extrusionOk="0">
                <a:moveTo>
                  <a:pt x="0" y="0"/>
                </a:moveTo>
                <a:lnTo>
                  <a:pt x="4572000" y="0"/>
                </a:lnTo>
                <a:lnTo>
                  <a:pt x="4572000" y="3429000"/>
                </a:lnTo>
                <a:lnTo>
                  <a:pt x="0" y="3429000"/>
                </a:lnTo>
                <a:close/>
              </a:path>
            </a:pathLst>
          </a:custGeom>
        </p:spPr>
      </p:sp>
      <p:sp>
        <p:nvSpPr>
          <p:cNvPr id="3" name="Google Shape;207;ge04b8b6756_0_36:notes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a1c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QAALgaAAD4JQAACDQAABAAAAAmAAAACAAAAL0/AAAAAAAA"/>
              </a:ext>
            </a:extLst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overrideClrMapping bg1="lt1" tx1="dk1" bg2="dk2" tx2="lt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7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 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0;p2"/>
          <p:cNvPicPr>
            <a:extLst>
              <a:ext uri="smNativeData">
                <pr:smNativeData xmlns:pr="smNativeData" xmlns="smNativeData" val="SMDATA_17_FUV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lAw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T////r////XDgAAEU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" y="-13335"/>
            <a:ext cx="9179560" cy="688467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Google Shape;11;p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D8jAAD6IwAAvykAABAAAAAmAAAACAAAAD2wAAAAAAAA"/>
              </a:ext>
            </a:extLst>
          </p:cNvSpPr>
          <p:nvPr>
            <p:ph type="subTitle" idx="1"/>
          </p:nvPr>
        </p:nvSpPr>
        <p:spPr>
          <a:xfrm>
            <a:off x="796925" y="5729605"/>
            <a:ext cx="5051425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cap="none">
                <a:solidFill>
                  <a:srgbClr val="FFFFFF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cap="none"/>
            </a:lvl9pPr>
          </a:lstStyle>
          <a:p>
            <a:pPr/>
          </a:p>
        </p:txBody>
      </p:sp>
      <p:sp>
        <p:nvSpPr>
          <p:cNvPr id="4" name="Google Shape;12;p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5wQAAMMPAACROAAAfyQAABAAAAAmAAAACAAAAD2wAAAAAAAA"/>
              </a:ext>
            </a:extLst>
          </p:cNvSpPr>
          <p:nvPr>
            <p:ph type="title"/>
          </p:nvPr>
        </p:nvSpPr>
        <p:spPr>
          <a:xfrm>
            <a:off x="796925" y="2562225"/>
            <a:ext cx="8398510" cy="337058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>
                <a:solidFill>
                  <a:srgbClr val="FFFFFF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6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;p3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EoPAADlMwAAMhYAABAAAAAmAAAACAAAAL2wAAAAAAAA"/>
              </a:ext>
            </a:extLst>
          </p:cNvSpPr>
          <p:nvPr>
            <p:ph type="title"/>
          </p:nvPr>
        </p:nvSpPr>
        <p:spPr>
          <a:xfrm>
            <a:off x="500380" y="2485390"/>
            <a:ext cx="7935595" cy="112268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9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36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36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36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36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36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36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36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3600" cap="none"/>
            </a:lvl9pPr>
          </a:lstStyle>
          <a:p>
            <a:pPr/>
          </a:p>
        </p:txBody>
      </p:sp>
      <p:sp>
        <p:nvSpPr>
          <p:cNvPr id="3" name="Google Shape;15;p3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7718-56D2-8C81-9C61-A0D4392F6AF5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;p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hr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18;p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MLAAB/NwAAuScAABAAAAAmAAAACAAAAD2wAAAAAAAA"/>
              </a:ext>
            </a:extLst>
          </p:cNvSpPr>
          <p:nvPr>
            <p:ph idx="1"/>
          </p:nvPr>
        </p:nvSpPr>
        <p:spPr>
          <a:xfrm>
            <a:off x="500380" y="1901825"/>
            <a:ext cx="8521065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4" name="Google Shape;19;p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0F26-68D2-8CF9-9C61-9EAC412F6ACB}" type="slidenum">
              <a:rPr lang="ru-ru" cap="none"/>
              <a:t/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woCol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1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2FB5-FBD2-8CD9-9C61-0D8C612F6A58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2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wGAAB/NwAAARcAABAAAAAmAAAACAAAAD2wAAAAAAAA"/>
              </a:ext>
            </a:extLst>
          </p:cNvSpPr>
          <p:nvPr>
            <p:ph type="title"/>
          </p:nvPr>
        </p:nvSpPr>
        <p:spPr>
          <a:xfrm>
            <a:off x="500380" y="1094740"/>
            <a:ext cx="8521065" cy="26447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700" cap="none"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23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MADAAALMwAAQQoAABAAAAAmAAAACAAAAD2wAAAAAAAA"/>
              </a:ext>
            </a:extLst>
          </p:cNvSpPr>
          <p:nvPr>
            <p:ph type="subTitle" idx="1"/>
          </p:nvPr>
        </p:nvSpPr>
        <p:spPr>
          <a:xfrm>
            <a:off x="500380" y="609600"/>
            <a:ext cx="7797165" cy="105727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5" name="Google Shape;24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/>
          </a:p>
        </p:txBody>
      </p:sp>
      <p:sp>
        <p:nvSpPr>
          <p:cNvPr id="6" name="Google Shape;25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CUcAABQNwAApSIAABAAAAAmAAAACAAAAD2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7" name="Google Shape;26;p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Amcw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hMAAEofAABQNwAAwycAABAAAAAmAAAACAAAAD2wAAAAAAAA"/>
              </a:ext>
            </a:extLst>
          </p:cNvSpPr>
          <p:nvPr>
            <p:ph type="subTitle" idx="4"/>
          </p:nvPr>
        </p:nvSpPr>
        <p:spPr>
          <a:xfrm>
            <a:off x="3135630" y="5086350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8;p6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4E95-DBD2-8CB8-9C61-2DED002F6A78}" type="slidenum">
              <a:rPr lang="ru-ru" cap="none"/>
              <a:t/>
            </a:fld>
            <a:endParaRPr lang="ru-ru" cap="none"/>
          </a:p>
        </p:txBody>
      </p:sp>
      <p:sp>
        <p:nvSpPr>
          <p:cNvPr id="3" name="Google Shape;29;p6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Dvvg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4" name="Google Shape;30;p6"/>
          <p:cNvSpPr>
            <a:spLocks noGrp="1" noChangeArrowheads="1"/>
            <a:extLst>
              <a:ext uri="smNativeData">
                <pr:smNativeData xmlns:pr="smNativeData" xmlns="smNativeData" val="SMDATA_15_FUV5ZhMAAAAlAAAAZAAAAE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XAgAALAKAAAUJAAAtiYAABAgAAAmAAAACAAAAD2wAAAAAAAA"/>
              </a:ext>
            </a:extLst>
          </p:cNvSpPr>
          <p:nvPr>
            <p:ph idx="1"/>
          </p:nvPr>
        </p:nvSpPr>
        <p:spPr>
          <a:xfrm>
            <a:off x="1358900" y="1737360"/>
            <a:ext cx="4505960" cy="45554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810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  <a:defRPr sz="2400" b="0" cap="none">
                <a:solidFill>
                  <a:srgbClr val="000000"/>
                </a:solidFill>
              </a:defRPr>
            </a:lvl1pPr>
            <a:lvl2pPr marL="914400" indent="-3302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  <a:defRPr sz="1600" cap="none">
                <a:solidFill>
                  <a:srgbClr val="000000"/>
                </a:solidFill>
              </a:defRPr>
            </a:lvl2pPr>
            <a:lvl3pPr marL="1371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lnSpc>
                <a:spcPct val="160000"/>
              </a:lnSpc>
              <a:spcBef>
                <a:spcPts val="30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lnSpc>
                <a:spcPct val="160000"/>
              </a:lnSpc>
              <a:spcBef>
                <a:spcPts val="300"/>
              </a:spcBef>
              <a:spcAft>
                <a:spcPts val="300"/>
              </a:spcAft>
              <a:buSzPts val="1400"/>
              <a:buChar char="■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2;p7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5970-3ED2-8CAF-9C61-C8FA172F6A9D}" type="slidenum">
              <a:rPr lang="ru-ru" cap="none"/>
              <a:t/>
            </a:fld>
            <a:endParaRPr lang="ru-ru" cap="none"/>
          </a:p>
        </p:txBody>
      </p:sp>
      <p:pic>
        <p:nvPicPr>
          <p:cNvPr id="3" name="Google Shape;33;p7"/>
          <p:cNvPicPr>
            <a:extLst>
              <a:ext uri="smNativeData">
                <pr:smNativeData xmlns:pr="smNativeData" xmlns="smNativeData" val="SMDATA_17_FUV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CwmIhj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AAAAAAAAAAQDgAADAq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Google Shape;34;p7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4gUAAEADAAA5NQAAziQAABAAAAAmAAAACAAAAL2wAAAAAAAA"/>
              </a:ext>
            </a:extLst>
          </p:cNvSpPr>
          <p:nvPr>
            <p:ph type="title"/>
          </p:nvPr>
        </p:nvSpPr>
        <p:spPr>
          <a:xfrm>
            <a:off x="956310" y="528320"/>
            <a:ext cx="7695565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4900" cap="none">
                <a:solidFill>
                  <a:srgbClr val="FFFFFF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 cap="none"/>
            </a:lvl9pPr>
          </a:lstStyle>
          <a:p>
            <a:p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8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0AXg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37;p8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JQQAADFNQAAZRUAABAAAAAmAAAACAAAAD2wAAAAAAAA"/>
              </a:ext>
            </a:extLst>
          </p:cNvSpPr>
          <p:nvPr>
            <p:ph type="subTitle" idx="1"/>
          </p:nvPr>
        </p:nvSpPr>
        <p:spPr>
          <a:xfrm>
            <a:off x="4349115" y="2694940"/>
            <a:ext cx="439166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4" name="Google Shape;38;p8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RoAAPoUAAD6NgAAtCUAABAAAAAmAAAACAAAAD2wAAAAAAAA"/>
              </a:ext>
            </a:extLst>
          </p:cNvSpPr>
          <p:nvPr>
            <p:ph type="subTitle" idx="2"/>
          </p:nvPr>
        </p:nvSpPr>
        <p:spPr>
          <a:xfrm>
            <a:off x="4349115" y="3409950"/>
            <a:ext cx="4587875" cy="27190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0;p9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AAAAAEAAAAAAAAAAAAAAAAAAAAAAAAAAAAAAAAAAAAAAAAAAAAAAAJ/f38AAAAAA8zMzADAwP8Af39/AAAAAAAAAAAAAAAAAAAAAAAAAAAAIQAAABgAAAAUAAAAIBwAAAAAAABAOAAAMCoAABAAAAAmAAAACAAAAP//////////"/>
              </a:ext>
            </a:extLst>
          </p:cNvSpPr>
          <p:nvPr/>
        </p:nvSpPr>
        <p:spPr>
          <a:xfrm>
            <a:off x="4572000" y="0"/>
            <a:ext cx="4572000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41;p9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C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AQKAACiHAAALBYAABAAAAAmAAAACAAAAL2wAAAAAAAA"/>
              </a:ext>
            </a:extLst>
          </p:cNvSpPr>
          <p:nvPr>
            <p:ph type="title"/>
          </p:nvPr>
        </p:nvSpPr>
        <p:spPr>
          <a:xfrm>
            <a:off x="608965" y="1628140"/>
            <a:ext cx="4045585" cy="1976120"/>
          </a:xfrm>
        </p:spPr>
        <p:txBody>
          <a:bodyPr vert="horz" wrap="square" lIns="91440" tIns="91440" rIns="91440" bIns="91440" numCol="1" spcCol="215900" anchor="b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200" cap="none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200" cap="none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200" cap="none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200" cap="none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200" cap="none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200" cap="none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200" cap="none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200" cap="none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200" cap="none"/>
            </a:lvl9pPr>
          </a:lstStyle>
          <a:p>
            <a:pPr/>
          </a:p>
        </p:txBody>
      </p:sp>
      <p:sp>
        <p:nvSpPr>
          <p:cNvPr id="4" name="Google Shape;42;p9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vwMAAOsXAACiHAAADSIAABAAAAAmAAAACAAAAD2wAAAAAAAA"/>
              </a:ext>
            </a:extLst>
          </p:cNvSpPr>
          <p:nvPr>
            <p:ph type="subTitle" idx="1"/>
          </p:nvPr>
        </p:nvSpPr>
        <p:spPr>
          <a:xfrm>
            <a:off x="608965" y="3888105"/>
            <a:ext cx="4045585" cy="164719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43;p9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M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x4AAPAFAAD9NQAAPyQAABAAAAAmAAAACAAAAL2wAAAAAAAA"/>
              </a:ext>
            </a:extLst>
          </p:cNvSpPr>
          <p:nvPr>
            <p:ph idx="2"/>
          </p:nvPr>
        </p:nvSpPr>
        <p:spPr>
          <a:xfrm>
            <a:off x="4939665" y="965200"/>
            <a:ext cx="3836670" cy="4926965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marL="45720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</a:lvl9pPr>
          </a:lstStyle>
          <a:p>
            <a:pPr/>
          </a:p>
        </p:txBody>
      </p:sp>
      <p:sp>
        <p:nvSpPr>
          <p:cNvPr id="6" name="Google Shape;44;p9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14B5-FBD2-8CE2-9C61-0DB75A2F6A58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6;p10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DywAAAAAAAA"/>
              </a:ext>
            </a:extLst>
          </p:cNvSpPr>
          <p:nvPr>
            <p:ph type="sldNum" idx="12"/>
          </p:nvPr>
        </p:nvSpPr>
        <p:spPr/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>
              <a:buNone/>
            </a:lvl1pPr>
            <a:lvl2pPr>
              <a:buNone/>
            </a:lvl2pPr>
            <a:lvl3pPr>
              <a:buNone/>
            </a:lvl3pPr>
            <a:lvl4pPr>
              <a:buNone/>
            </a:lvl4pPr>
            <a:lvl5pPr>
              <a:buNone/>
            </a:lvl5pPr>
            <a:lvl6pPr>
              <a:buNone/>
            </a:lvl6pPr>
            <a:lvl7pPr>
              <a:buNone/>
            </a:lvl7pPr>
            <a:lvl8pPr>
              <a:buNone/>
            </a:lvl8pPr>
            <a:lvl9pPr>
              <a:buNone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3973-3DD2-8CCF-9C61-CB9A772F6A9E}" type="slidenum">
              <a:rPr lang="ru-ru" cap="none"/>
              <a:t>‹#›</a:t>
            </a:fld>
            <a:endParaRPr lang="ru-ru" cap="none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;p1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0;p1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1;p12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P///wEAAAAAAAAAAAAAAAAAAAAAAAAAAAAAAAAAAAAAAAAAAAAAAAJ/f38AWVlZ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2;p1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5;p13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ISEhDf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gAAAAEAAAAAAAAAAAAAAAAAAAAAAAAAAAAAAAAAAAAAAAAAAAAAAAJ/f38AAAAAA8zMzADAwP8Af39/AAAAAAAAAAAAAAAAAAAAAAAAAAAAIQAAABgAAAAUAAAAuwMAAPIJAACQNAAALycAABAAAAAmAAAACAAAAP//////////"/>
              </a:ext>
            </a:extLst>
          </p:cNvSpPr>
          <p:nvPr/>
        </p:nvSpPr>
        <p:spPr>
          <a:xfrm>
            <a:off x="606425" y="1616710"/>
            <a:ext cx="7938135" cy="4752975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56;p13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NkKAAC5NQAAMCcAABAAAAAmAAAACAAAAD2wAAAAAAAA"/>
              </a:ext>
            </a:extLst>
          </p:cNvSpPr>
          <p:nvPr>
            <p:ph type="subTitle" idx="1"/>
          </p:nvPr>
        </p:nvSpPr>
        <p:spPr>
          <a:xfrm>
            <a:off x="728980" y="1763395"/>
            <a:ext cx="8004175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solidFill>
                  <a:srgbClr val="FFFFFF"/>
                </a:solidFill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FFFFFF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2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8;p1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59;p14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uwMAAJYRAACQNAAAzSUAABAAAAAmAAAACAAAAP//////////"/>
              </a:ext>
            </a:extLst>
          </p:cNvSpPr>
          <p:nvPr/>
        </p:nvSpPr>
        <p:spPr>
          <a:xfrm>
            <a:off x="606425" y="2858770"/>
            <a:ext cx="7938135" cy="328612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0;p1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QAAIESAAC5NQAAuCYAABAAAAAmAAAACAAAAD2wAAAAAAAA"/>
              </a:ext>
            </a:extLst>
          </p:cNvSpPr>
          <p:nvPr>
            <p:ph type="subTitle" idx="1"/>
          </p:nvPr>
        </p:nvSpPr>
        <p:spPr>
          <a:xfrm>
            <a:off x="728980" y="3007995"/>
            <a:ext cx="8004175" cy="32861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5" name="Google Shape;61;p1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wMAAA4LAABBNQAAlhEAABAAAAAmAAAACAAAAD2wAAAAAAAA"/>
              </a:ext>
            </a:extLst>
          </p:cNvSpPr>
          <p:nvPr>
            <p:ph type="subTitle" idx="2"/>
          </p:nvPr>
        </p:nvSpPr>
        <p:spPr>
          <a:xfrm>
            <a:off x="530225" y="1797050"/>
            <a:ext cx="8126730" cy="106172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type="blank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;p1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Dy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</a:lvl1pPr>
            <a:lvl2pPr>
              <a:spcBef>
                <a:spcPts val="0"/>
              </a:spcBef>
              <a:spcAft>
                <a:spcPts val="0"/>
              </a:spcAft>
              <a:buNone/>
            </a:lvl2pPr>
            <a:lvl3pPr>
              <a:spcBef>
                <a:spcPts val="0"/>
              </a:spcBef>
              <a:spcAft>
                <a:spcPts val="0"/>
              </a:spcAft>
              <a:buNone/>
            </a:lvl3pPr>
            <a:lvl4pPr>
              <a:spcBef>
                <a:spcPts val="0"/>
              </a:spcBef>
              <a:spcAft>
                <a:spcPts val="0"/>
              </a:spcAft>
              <a:buNone/>
            </a:lvl4pPr>
            <a:lvl5pPr>
              <a:spcBef>
                <a:spcPts val="0"/>
              </a:spcBef>
              <a:spcAft>
                <a:spcPts val="0"/>
              </a:spcAft>
              <a:buNone/>
            </a:lvl5pPr>
            <a:lvl6pPr>
              <a:spcBef>
                <a:spcPts val="0"/>
              </a:spcBef>
              <a:spcAft>
                <a:spcPts val="0"/>
              </a:spcAft>
              <a:buNone/>
            </a:lvl6pPr>
            <a:lvl7pPr>
              <a:spcBef>
                <a:spcPts val="0"/>
              </a:spcBef>
              <a:spcAft>
                <a:spcPts val="0"/>
              </a:spcAft>
              <a:buNone/>
            </a:lvl7pPr>
            <a:lvl8pPr>
              <a:spcBef>
                <a:spcPts val="0"/>
              </a:spcBef>
              <a:spcAft>
                <a:spcPts val="0"/>
              </a:spcAft>
              <a:buNone/>
            </a:lvl8pPr>
            <a:lvl9pPr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pPr/>
          </a:p>
        </p:txBody>
      </p:sp>
      <p:sp>
        <p:nvSpPr>
          <p:cNvPr id="3" name="Google Shape;64;p15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+/v+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+/v+AAAAAAEAAAAAAAAAAAAAAAAAAAAAAAAAAAAAAAAAAAAAAAAAAAAAAAJ/f38AAAAAA8zMzADAwP8Af39/AAAAAAAAAAAAAAAAAAAAAAAAAAAAIQAAABgAAAAUAAAAOwIAAPIJAABxHwAALycAABAAAAAmAAAACAAAAP//////////"/>
              </a:ext>
            </a:extLst>
          </p:cNvSpPr>
          <p:nvPr/>
        </p:nvSpPr>
        <p:spPr>
          <a:xfrm>
            <a:off x="362585" y="1616710"/>
            <a:ext cx="4748530" cy="4752975"/>
          </a:xfrm>
          <a:prstGeom prst="rect">
            <a:avLst/>
          </a:prstGeom>
          <a:solidFill>
            <a:srgbClr val="FBFBFE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65;p1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NkKAABSHgAAMCcAABAAAAAmAAAACAAAAD2wAAAAAAAA"/>
              </a:ext>
            </a:extLst>
          </p:cNvSpPr>
          <p:nvPr>
            <p:ph type="subTitle" idx="1"/>
          </p:nvPr>
        </p:nvSpPr>
        <p:spPr>
          <a:xfrm>
            <a:off x="500380" y="1763395"/>
            <a:ext cx="4428490" cy="460692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500" cap="none">
                <a:latin typeface="Courier New" pitchFamily="3" charset="-52"/>
                <a:ea typeface="Arial" pitchFamily="2" charset="-52"/>
                <a:cs typeface="Arial" pitchFamily="2" charset="-52"/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700" cap="none"/>
            </a:lvl9pPr>
          </a:lstStyle>
          <a:p>
            <a:pPr/>
          </a:p>
        </p:txBody>
      </p:sp>
      <p:sp>
        <p:nvSpPr>
          <p:cNvPr id="5" name="Google Shape;66;p1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LCIAANkKAACPNQAAmCUAABAAAAAmAAAACAAAAD2wAAAAAAAA"/>
              </a:ext>
            </a:extLst>
          </p:cNvSpPr>
          <p:nvPr>
            <p:ph type="subTitle" idx="2"/>
          </p:nvPr>
        </p:nvSpPr>
        <p:spPr>
          <a:xfrm>
            <a:off x="5554980" y="1763395"/>
            <a:ext cx="3151505" cy="434784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cap="none"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</p:spTree>
  </p:cSld>
  <p:clrMapOvr>
    <a:masterClrMapping/>
  </p:clrMapOvr>
</p:sldLayout>
</file>

<file path=ppt/slideMasters/_rels/slideMaster1.xml.rels><?xml version="1.0" encoding="UTF-8" standalone="yes" 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>
  <p:cSld name="simple-light-2">
    <p:bg>
      <p:bgPr>
        <a:blipFill>
          <a:blip r:embed="rId1"/>
          <a:srcRect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FAMAALYCAAB/NwAAvwoAABAAAAAmAAAACAAAAL2/AAD/Hw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13061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3400" b="1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 cap="none">
                <a:solidFill>
                  <a:srgbClr val="000000"/>
                </a:solidFill>
              </a:defRPr>
            </a:lvl9pPr>
          </a:lstStyle>
          <a:p>
            <a:pPr/>
          </a:p>
        </p:txBody>
      </p:sp>
      <p:sp>
        <p:nvSpPr>
          <p:cNvPr id="3" name="Google Shape;7;p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lOD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nAIAALMLAAAHNwAAuScAABAAAAAmAAAACAAAAL2/AAD/HwAA"/>
              </a:ext>
            </a:extLst>
          </p:cNvSpPr>
          <p:nvPr>
            <p:ph type="body" idx="1"/>
          </p:nvPr>
        </p:nvSpPr>
        <p:spPr>
          <a:xfrm>
            <a:off x="424180" y="1901825"/>
            <a:ext cx="8521065" cy="45554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 marL="45720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 pitchFamily="0" charset="0"/>
              <a:buChar char="●"/>
              <a:defRPr sz="1700"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1pPr>
            <a:lvl2pPr marL="914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boto" pitchFamily="0" charset="0"/>
              <a:buChar char="○"/>
              <a:defRPr cap="none">
                <a:solidFill>
                  <a:srgbClr val="000000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2pPr>
            <a:lvl3pPr marL="1371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3pPr>
            <a:lvl4pPr marL="1828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4pPr>
            <a:lvl5pPr marL="22860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5pPr>
            <a:lvl6pPr marL="27432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6pPr>
            <a:lvl7pPr marL="32004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●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7pPr>
            <a:lvl8pPr marL="36576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○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8pPr>
            <a:lvl9pPr marL="4114800" indent="-3175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Roboto" pitchFamily="0" charset="0"/>
              <a:buChar char="■"/>
              <a:defRPr cap="none">
                <a:solidFill>
                  <a:srgbClr val="595959"/>
                </a:solidFill>
                <a:latin typeface="Roboto" pitchFamily="0" charset="0"/>
                <a:ea typeface="Arial" pitchFamily="2" charset="-52"/>
                <a:cs typeface="Arial" pitchFamily="2" charset="-52"/>
              </a:defRPr>
            </a:lvl9pPr>
          </a:lstStyle>
          <a:p>
            <a:pPr/>
          </a:p>
        </p:txBody>
      </p:sp>
      <p:sp>
        <p:nvSpPr>
          <p:cNvPr id="4" name="Google Shape;8;p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0AO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jQAAEAmAAB/NwAAeikAABAAAAAmAAAACAAAAL2/AAD/HwAA"/>
              </a:ext>
            </a:extLst>
          </p:cNvSpPr>
          <p:nvPr>
            <p:ph type="sldNum" idx="4"/>
          </p:nvPr>
        </p:nvSpPr>
        <p:spPr>
          <a:xfrm>
            <a:off x="8472170" y="6217920"/>
            <a:ext cx="549275" cy="5245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>
            <a:lvl1pPr algn="r">
              <a:buNone/>
              <a:defRPr sz="1000" cap="none">
                <a:solidFill>
                  <a:srgbClr val="595959"/>
                </a:solidFill>
              </a:defRPr>
            </a:lvl1pPr>
            <a:lvl2pPr algn="r">
              <a:buNone/>
              <a:defRPr sz="1000" cap="none">
                <a:solidFill>
                  <a:srgbClr val="595959"/>
                </a:solidFill>
              </a:defRPr>
            </a:lvl2pPr>
            <a:lvl3pPr algn="r">
              <a:buNone/>
              <a:defRPr sz="1000" cap="none">
                <a:solidFill>
                  <a:srgbClr val="595959"/>
                </a:solidFill>
              </a:defRPr>
            </a:lvl3pPr>
            <a:lvl4pPr algn="r">
              <a:buNone/>
              <a:defRPr sz="1000" cap="none">
                <a:solidFill>
                  <a:srgbClr val="595959"/>
                </a:solidFill>
              </a:defRPr>
            </a:lvl4pPr>
            <a:lvl5pPr algn="r">
              <a:buNone/>
              <a:defRPr sz="1000" cap="none">
                <a:solidFill>
                  <a:srgbClr val="595959"/>
                </a:solidFill>
              </a:defRPr>
            </a:lvl5pPr>
            <a:lvl6pPr algn="r">
              <a:buNone/>
              <a:defRPr sz="1000" cap="none">
                <a:solidFill>
                  <a:srgbClr val="595959"/>
                </a:solidFill>
              </a:defRPr>
            </a:lvl6pPr>
            <a:lvl7pPr algn="r">
              <a:buNone/>
              <a:defRPr sz="1000" cap="none">
                <a:solidFill>
                  <a:srgbClr val="595959"/>
                </a:solidFill>
              </a:defRPr>
            </a:lvl7pPr>
            <a:lvl8pPr algn="r">
              <a:buNone/>
              <a:defRPr sz="1000" cap="none">
                <a:solidFill>
                  <a:srgbClr val="595959"/>
                </a:solidFill>
              </a:defRPr>
            </a:lvl8pPr>
            <a:lvl9pPr algn="r">
              <a:buNone/>
              <a:defRPr sz="1000" cap="none">
                <a:solidFill>
                  <a:srgbClr val="595959"/>
                </a:solidFill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3FD90151-1FD2-8CF7-9C61-E9A24F2F6ABC}" type="slidenum">
              <a:rPr lang="ru-ru" cap="none"/>
              <a:t/>
            </a:fld>
            <a:endParaRPr lang="ru-ru" cap="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sldNum="0" hdr="0" ftr="0" dt="0"/>
  <p:txStyles>
    <p:title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titleStyle>
    <p:body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1pPr>
      <a:lvl2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2pPr>
      <a:lvl3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3pPr>
      <a:lvl4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4pPr>
      <a:lvl5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5pPr>
      <a:lvl6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6pPr>
      <a:lvl7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7pPr>
      <a:lvl8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8pPr>
      <a:lvl9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tabLst/>
        <a:defRPr sz="1400" b="0" i="0" u="none" strike="noStrike" kern="1" cap="none" spc="0" baseline="0">
          <a:solidFill>
            <a:srgbClr val="000000"/>
          </a:solidFill>
          <a:effectLst/>
          <a:latin typeface="Arial" pitchFamily="2" charset="-52"/>
          <a:ea typeface="Arial" pitchFamily="2" charset="-52"/>
          <a:cs typeface="Arial" pitchFamily="2" charset="-52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eg"/></Relationships>
</file>

<file path=ppt/slides/_rels/slide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0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1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2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3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themeOverride" Target="../theme/themeOverride1.xml"/></Relationships>
</file>

<file path=ppt/slides/_rels/slide15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6.xml.rels><?xml version="1.0" encoding="UTF-8" standalone="yes" 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30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D8jAAD6IwAAvykAABAAAAAmAAAACAAAADwwAAAAAAAA"/>
              </a:ext>
            </a:extLst>
          </p:cNvSpPr>
          <p:nvPr>
            <p:ph type="subTitle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otus.ru</a:t>
            </a:r>
            <a:endParaRPr lang="ru-ru" cap="none"/>
          </a:p>
        </p:txBody>
      </p:sp>
      <p:sp>
        <p:nvSpPr>
          <p:cNvPr id="3" name="Google Shape;130;p30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5wQAAMMPAACROAAAfyQ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Онлайн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образование</a:t>
            </a:r>
            <a:endParaRPr lang="ru-ru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31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twQAAMgQAACINQAAsBcAABAAAAAmAAAACAAAAP//////////"/>
              </a:ext>
            </a:extLst>
          </p:cNvSpPr>
          <p:nvPr/>
        </p:nvSpPr>
        <p:spPr>
          <a:xfrm>
            <a:off x="766445" y="2727960"/>
            <a:ext cx="7935595" cy="11226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Меня хорошо видно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cap="none">
                <a:latin typeface="Roboto" pitchFamily="0" charset="0"/>
                <a:ea typeface="Roboto" pitchFamily="0" charset="0"/>
                <a:cs typeface="Roboto" pitchFamily="0" charset="0"/>
              </a:rPr>
              <a:t>&amp;&amp; слышно?</a:t>
            </a:r>
            <a:endParaRPr sz="5000" b="1" cap="none"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pic>
        <p:nvPicPr>
          <p:cNvPr id="3" name="Google Shape;136;p31"/>
          <p:cNvPicPr>
            <a:extLst>
              <a:ext uri="smNativeData">
                <pr:smNativeData xmlns:pr="smNativeData" xmlns="smNativeData" val="SMDATA_17_FUV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EYFAAD3GgAAmAkAAEkf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Google Shape;137;p31"/>
          <p:cNvPicPr>
            <a:extLst>
              <a:ext uri="smNativeData">
                <pr:smNativeData xmlns:pr="smNativeData" xmlns="smNativeData" val="SMDATA_17_FUV5ZhMAAAAlAAAAEQAAAA0A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PAQ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LAKAAD3GgAAAg8AAEkfAAAQAAAAJgAAAAgAAAD//////////w=="/>
              </a:ext>
            </a:extLst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4383405"/>
            <a:ext cx="702310" cy="7023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2;p32"/>
          <p:cNvSpPr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EAAAAAAAAAAT2F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T2FAP///wEAAAAAAAAAAAAAAAAAAAAAAAAAAAAAAAAAAAAAAAAAAAAAAAJ/f38AWVlZA8zMzADAwP8Af39/AAAAAAAAAAAAAAAAAAAAAAAAAAAAIQAAABgAAAAUAAAA4AMAALMWAAAyDQAAniUAABAAAAAmAAAACAAAAP//////////"/>
              </a:ext>
            </a:extLst>
          </p:cNvSpPr>
          <p:nvPr/>
        </p:nvSpPr>
        <p:spPr>
          <a:xfrm>
            <a:off x="629920" y="3689985"/>
            <a:ext cx="1515110" cy="2425065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txBody>
          <a:bodyPr vert="horz" wrap="square" lIns="91440" tIns="91440" rIns="91440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144;p3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rHIpc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FQEAAB/NwAAOxQAABAAAAAmAAAACAAAAD0wAAAAAAAA"/>
              </a:ext>
            </a:extLst>
          </p:cNvSpPr>
          <p:nvPr>
            <p:ph type="title"/>
          </p:nvPr>
        </p:nvSpPr>
        <p:spPr>
          <a:xfrm>
            <a:off x="500380" y="703580"/>
            <a:ext cx="8521065" cy="258508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Защита проекта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Тема: </a:t>
            </a:r>
            <a:r>
              <a:rPr cap="none">
                <a:solidFill>
                  <a:srgbClr val="0000FF"/>
                </a:solidFill>
              </a:rPr>
              <a:t>Микросервис на основе Apache Kafka для обогащения данных из внешнего источника с помощью ZIO</a:t>
            </a:r>
            <a:endParaRPr cap="none">
              <a:solidFill>
                <a:srgbClr val="0000F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145;p3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gN8V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K8ZAABQNwAAgB4AABAAAAAmAAAACAAAAD2wAAAAAAAA"/>
              </a:ext>
            </a:extLst>
          </p:cNvSpPr>
          <p:nvPr>
            <p:ph type="subTitle" idx="2"/>
          </p:nvPr>
        </p:nvSpPr>
        <p:spPr>
          <a:xfrm>
            <a:off x="3135630" y="4175125"/>
            <a:ext cx="5855970" cy="78295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b="1" cap="none">
                <a:solidFill>
                  <a:srgbClr val="013D85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00" b="1" cap="none">
                <a:solidFill>
                  <a:srgbClr val="013D85"/>
                </a:solidFill>
              </a:defRPr>
            </a:lvl9pPr>
          </a:lstStyle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cap="none">
                <a:solidFill>
                  <a:srgbClr val="02418B"/>
                </a:solidFill>
              </a:rPr>
              <a:t>Филатов Алексей</a:t>
            </a:r>
            <a:endParaRPr cap="none">
              <a:solidFill>
                <a:srgbClr val="02418B"/>
              </a:solidFill>
            </a:endParaRPr>
          </a:p>
        </p:txBody>
      </p:sp>
      <p:sp>
        <p:nvSpPr>
          <p:cNvPr id="5" name="Google Shape;146;p3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scKB0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cAABQNwAApSIAABAAAAAmAAAACAAAAD0wAAAAAAAA"/>
              </a:ext>
            </a:extLst>
          </p:cNvSpPr>
          <p:nvPr>
            <p:ph type="subTitle" idx="3"/>
          </p:nvPr>
        </p:nvSpPr>
        <p:spPr>
          <a:xfrm>
            <a:off x="3135630" y="4575175"/>
            <a:ext cx="5855970" cy="105664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 </a:t>
            </a:r>
            <a:endParaRPr lang="ru-ru" cap="none"/>
          </a:p>
        </p:txBody>
      </p:sp>
      <p:sp>
        <p:nvSpPr>
          <p:cNvPr id="6" name="Google Shape;147;p32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28P2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ShMAACUdAABQNwAAniUAABAAAAAmAAAACAAAAD0wAAAAAAAA"/>
              </a:ext>
            </a:extLst>
          </p:cNvSpPr>
          <p:nvPr>
            <p:ph type="subTitle" idx="4"/>
          </p:nvPr>
        </p:nvSpPr>
        <p:spPr>
          <a:xfrm>
            <a:off x="3135630" y="4737735"/>
            <a:ext cx="5855970" cy="137731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Главный инженер по разработке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  <a:defRPr lang="ru-ru" sz="1600" b="1" cap="none">
                <a:solidFill>
                  <a:srgbClr val="0000FF"/>
                </a:solidFill>
              </a:defRPr>
            </a:pPr>
            <a:r>
              <a:t>Сбер</a:t>
            </a:r>
          </a:p>
        </p:txBody>
      </p:sp>
      <p:pic>
        <p:nvPicPr>
          <p:cNvPr id="7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HgEAACpGAAA0Q4AAL8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" y="4008755"/>
            <a:ext cx="1682115" cy="212725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52;p33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AcAABAAAAAmAAAACAAAAD0wAAAAAAAA"/>
              </a:ext>
            </a:extLst>
          </p:cNvSpPr>
          <p:nvPr>
            <p:ph type="title"/>
          </p:nvPr>
        </p:nvSpPr>
        <p:spPr>
          <a:xfrm>
            <a:off x="500380" y="440690"/>
            <a:ext cx="8521065" cy="750570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План защиты</a:t>
            </a:r>
            <a:endParaRPr lang="ru-ru" cap="none"/>
          </a:p>
        </p:txBody>
      </p:sp>
      <p:sp>
        <p:nvSpPr>
          <p:cNvPr id="3" name="Google Shape;153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qKdA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0IAAADGQAA4wsAABAAAAAmAAAACAAAAP//////////"/>
              </a:ext>
            </a:extLst>
          </p:cNvSpPr>
          <p:nvPr/>
        </p:nvSpPr>
        <p:spPr>
          <a:xfrm>
            <a:off x="680720" y="143065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Цели проекта 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4" name="Google Shape;154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dydo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N4NAAADGQAA9BAAABAAAAAmAAAACAAAAP//////////"/>
              </a:ext>
            </a:extLst>
          </p:cNvSpPr>
          <p:nvPr/>
        </p:nvSpPr>
        <p:spPr>
          <a:xfrm>
            <a:off x="680720" y="225425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планировалось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5" name="Google Shape;155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E554F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AQTAAADGQAAGhYAABAAAAAmAAAACAAAAP//////////"/>
              </a:ext>
            </a:extLst>
          </p:cNvSpPr>
          <p:nvPr/>
        </p:nvSpPr>
        <p:spPr>
          <a:xfrm>
            <a:off x="680720" y="309118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Используемые технологии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6" name="Google Shape;156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RNBp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CoYAAADGQAAQBsAABAAAAAmAAAACAAAAP//////////"/>
              </a:ext>
            </a:extLst>
          </p:cNvSpPr>
          <p:nvPr/>
        </p:nvSpPr>
        <p:spPr>
          <a:xfrm>
            <a:off x="680720" y="3928110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получилось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7" name="Google Shape;157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QBpU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PkcAAADGQAADyAAABAAAAAmAAAACAAAAP//////////"/>
              </a:ext>
            </a:extLst>
          </p:cNvSpPr>
          <p:nvPr/>
        </p:nvSpPr>
        <p:spPr>
          <a:xfrm>
            <a:off x="680720" y="470979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Схемы/архитектура</a:t>
            </a:r>
            <a:endParaRPr sz="15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sp>
        <p:nvSpPr>
          <p:cNvPr id="8" name="Google Shape;158;p33"/>
          <p:cNvSpPr>
            <a:extLst>
              <a:ext uri="smNativeData">
                <pr:smNativeData xmlns:pr="smNativeData" xmlns="smNativeData" val="SMDATA_15_FUV5ZhMAAAAlAAAAZQAAAA0AAAAAqQEAAJAAAACpAQAAkAAAAAAAAAABAAAAAAAAAAEAAABQAAAAhbacS3FV1T8AAAAAAAAAAAAAAAAAAOA/AAAAAAAA4D8AAAAAAADgPwAAAAAAAOA/AAAAAAAA4D8AAAAAAADgPwAAAAAAAOA/AAAAAAAA4D8CAAAAjAAAAAEAAAAAAAAAi47jAP///wgAAAAAAAAAAAAAAAAAAAAAAAAAAAAAAAAAAAAAeAAAAAEAAABAAAAAAAAAAAAAAAB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g4r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i47jAP///wEAAAAAAAAAAAAAAAAAAAAAAAAAAAAAAAAAAAAAAAAAAAAAAAJ/f38AWVlZA8zMzADAwP8Af39/AAAAAAAAAAAAAAAAAAAAAAAAAAAAIQAAABgAAAAUAAAAMAQAAMkhAAADGQAA3yQAABAAAAAmAAAACAAAAP//////////"/>
              </a:ext>
            </a:extLst>
          </p:cNvSpPr>
          <p:nvPr/>
        </p:nvSpPr>
        <p:spPr>
          <a:xfrm>
            <a:off x="680720" y="5492115"/>
            <a:ext cx="3385185" cy="501650"/>
          </a:xfrm>
          <a:prstGeom prst="roundRect">
            <a:avLst>
              <a:gd name="adj" fmla="val 16667"/>
            </a:avLst>
          </a:prstGeom>
          <a:solidFill>
            <a:srgbClr val="8B8EE3"/>
          </a:solidFill>
          <a:ln>
            <a:noFill/>
          </a:ln>
          <a:effectLst/>
        </p:spPr>
        <p:txBody>
          <a:bodyPr vert="horz" wrap="square" lIns="269875" tIns="91440" rIns="269875" bIns="9144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FFFFFF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Выводы</a:t>
            </a:r>
            <a:endParaRPr sz="1300" cap="none">
              <a:solidFill>
                <a:srgbClr val="FFFFFF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cxnSp>
        <p:nvCxnSpPr>
          <p:cNvPr id="9" name="Google Shape;159;p33"/>
          <p:cNvCxnSpPr>
            <a:stCxn id="3" idx="1"/>
            <a:endCxn id="4" idx="1"/>
            <a:extLst>
              <a:ext uri="smNativeData">
                <pr:smNativeData xmlns:pr="smNativeData" xmlns="smNativeData" val="SMDATA_15_FUV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kM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gKAAAwBAAAaQ8AABAAAAAmAAAACAAAAP//////////"/>
              </a:ext>
            </a:extLst>
          </p:cNvCxnSpPr>
          <p:nvPr/>
        </p:nvCxnSpPr>
        <p:spPr>
          <a:xfrm>
            <a:off x="680720" y="1681480"/>
            <a:ext cx="12700" cy="823595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0" name="Google Shape;160;p33"/>
          <p:cNvCxnSpPr>
            <a:stCxn id="4" idx="1"/>
            <a:endCxn id="5" idx="1"/>
            <a:extLst>
              <a:ext uri="smNativeData">
                <pr:smNativeData xmlns:pr="smNativeData" xmlns="smNativeData" val="SMDATA_15_FUV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GkPAAAwBAAAjxQAABAAAAAmAAAACAAAAP//////////"/>
              </a:ext>
            </a:extLst>
          </p:cNvCxnSpPr>
          <p:nvPr/>
        </p:nvCxnSpPr>
        <p:spPr>
          <a:xfrm>
            <a:off x="680720" y="250507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1" name="Google Shape;161;p33"/>
          <p:cNvCxnSpPr>
            <a:stCxn id="5" idx="1"/>
            <a:endCxn id="6" idx="1"/>
            <a:extLst>
              <a:ext uri="smNativeData">
                <pr:smNativeData xmlns:pr="smNativeData" xmlns="smNativeData" val="SMDATA_15_FUV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B++y0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I8UAAAwBAAAtRkAABAAAAAmAAAACAAAAP//////////"/>
              </a:ext>
            </a:extLst>
          </p:cNvCxnSpPr>
          <p:nvPr/>
        </p:nvCxnSpPr>
        <p:spPr>
          <a:xfrm>
            <a:off x="680720" y="3342005"/>
            <a:ext cx="12700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2" name="Google Shape;162;p33"/>
          <p:cNvCxnSpPr>
            <a:extLst>
              <a:ext uri="smNativeData">
                <pr:smNativeData xmlns:pr="smNativeData" xmlns="smNativeData" val="SMDATA_15_FUV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PUZAAAxBAAAGx8AABAAAAAmAAAACAAAAP//////////"/>
              </a:ext>
            </a:extLst>
          </p:cNvCxnSpPr>
          <p:nvPr/>
        </p:nvCxnSpPr>
        <p:spPr>
          <a:xfrm>
            <a:off x="680720" y="4219575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  <p:cxnSp>
        <p:nvCxnSpPr>
          <p:cNvPr id="13" name="Google Shape;163;p33"/>
          <p:cNvCxnSpPr>
            <a:extLst>
              <a:ext uri="smNativeData">
                <pr:smNativeData xmlns:pr="smNativeData" xmlns="smNativeData" val="SMDATA_15_FUV5ZhMAAAAlAAAADwAAAA0AAAAAkAAAAEgAAACQAAAASAAAAAAAAAAAAAAAAAAAAAEAAABQAAAAAAAAAADWiMAAAAAAAAAAAAAAAAAAAP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BAAAAAwAAAAE9hQAeAAAAAQAAACMAAAAjAAAAIwAAAB4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g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E9hQB/f38AWVlZA8zMzADAwP8Af39/AAAAAAAAAAAAAAAAAAAAAAAAAAAAIQAAABgAAAAUAAAAMAQAAFofAAAxBAAAgCQAABAAAAAmAAAACAAAAP//////////"/>
              </a:ext>
            </a:extLst>
          </p:cNvCxnSpPr>
          <p:nvPr/>
        </p:nvCxnSpPr>
        <p:spPr>
          <a:xfrm>
            <a:off x="680720" y="5096510"/>
            <a:ext cx="635" cy="836930"/>
          </a:xfrm>
          <a:prstGeom prst="curvedConnector3">
            <a:avLst>
              <a:gd name="adj1" fmla="val -39687500"/>
            </a:avLst>
          </a:prstGeom>
          <a:noFill/>
          <a:ln w="19050" cap="flat" cmpd="sng" algn="ctr">
            <a:solidFill>
              <a:srgbClr val="013D85"/>
            </a:solidFill>
            <a:prstDash val="dash"/>
            <a:headEnd type="none"/>
            <a:tailEnd type="none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68;p34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OP96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Цели проекта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Разработать микросервис на основе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Применить инструменты экосистемы ZIO для работы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Определить методы работы ZIO Kafka с внешними сервисами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Понять и применить общий архитектурный подход к работе с 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</a:tbl>
          </a:graphicData>
        </a:graphic>
      </p:graphicFrame>
      <p:sp>
        <p:nvSpPr>
          <p:cNvPr id="4" name="Google Shape;170;p34"/>
          <p:cNvSpPr>
            <a:extLst>
              <a:ext uri="smNativeData">
                <pr:smNativeData xmlns:pr="smNativeData" xmlns="smNativeData" val="SMDATA_15_FUV5ZhMAAAAlAAAA9AEAAA0AAAAAOAEAAMYAAAA4AQAAxgAAAAAAAAABAAAAAAAAAAEAAABQAAAAe0ljtI6q2r8AAAAAAAD0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pUCpY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2CAAAFMCAADnNQAACwkAABAAAAAmAAAACAAAAP//////////"/>
              </a:ext>
            </a:extLst>
          </p:cNvSpPr>
          <p:nvPr/>
        </p:nvSpPr>
        <p:spPr>
          <a:xfrm>
            <a:off x="5339080" y="377825"/>
            <a:ext cx="3423285" cy="10922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Какие цели вы поставили и какие задачи решили своим проектом 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5;p35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l3mg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планировалось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5184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ZIO Producer и ZIO Consumer для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Создать механизм обогащения сырых данных из внешнего источника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Настроить систему управления и мониторинга на основе gui Conductor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4.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</a:tbl>
          </a:graphicData>
        </a:graphic>
      </p:graphicFrame>
      <p:sp>
        <p:nvSpPr>
          <p:cNvPr id="4" name="Google Shape;177;p35"/>
          <p:cNvSpPr>
            <a:extLst>
              <a:ext uri="smNativeData">
                <pr:smNativeData xmlns:pr="smNativeData" xmlns="smNativeData" val="SMDATA_15_FUV5ZhMAAAAlAAAA9AEAAA0AAAAAOAEAAMYAAAA4AQAAxgAAAAAAAAABAAAAAAAAAAEAAABQAAAAe0ljtI6q2r8AAAAAAAD0P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CgVFO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2CAAAFMCAADnNQAACwkAABAAAAAmAAAACAAAAP//////////"/>
              </a:ext>
            </a:extLst>
          </p:cNvSpPr>
          <p:nvPr/>
        </p:nvSpPr>
        <p:spPr>
          <a:xfrm>
            <a:off x="5339080" y="377825"/>
            <a:ext cx="3423285" cy="10922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Что было в начале, что знали до курса, сколько времени заняло выполнение проекта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2;p36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MeGczo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Используемые технологии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14420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</a:tbl>
          </a:graphicData>
        </a:graphic>
      </p:graphicFrame>
      <p:sp>
        <p:nvSpPr>
          <p:cNvPr id="4" name="Google Shape;184;p36"/>
          <p:cNvSpPr>
            <a:extLst>
              <a:ext uri="smNativeData">
                <pr:smNativeData xmlns:pr="smNativeData" xmlns="smNativeData" val="SMDATA_15_FUV5ZhMAAAAlAAAA9AEAAA0AAAAAOAEAAMYAAAA4AQAAxgAAAAAAAAABAAAAAAAAAAEAAABQAAAAR+aRPxh47L8Gu2Hbosz8v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ECAw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LMbAABkMgAAaiIAABAAAAAmAAAACAAAAP//////////"/>
              </a:ext>
            </a:extLst>
          </p:cNvSpPr>
          <p:nvPr/>
        </p:nvSpPr>
        <p:spPr>
          <a:xfrm>
            <a:off x="4768215" y="4502785"/>
            <a:ext cx="3423285" cy="1091565"/>
          </a:xfrm>
          <a:prstGeom prst="wedgeRectCallout">
            <a:avLst>
              <a:gd name="adj1" fmla="val -44483"/>
              <a:gd name="adj2" fmla="val -89998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Какие технологии использовались и какое у вас мнение о новых технологиях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89;p37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DhtuM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Что получилось</a:t>
            </a:r>
            <a:r>
              <a:t>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DwwAAAAAAAA"/>
              </a:ext>
            </a:extLst>
          </p:cNvSpPr>
          <p:nvPr>
            <p:ph type="body" idx="1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gui Conductor с загруженными сырыми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NwDAADmDgAAHSAAAMMl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" y="2421890"/>
            <a:ext cx="4592955" cy="371665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Основной экран gui Conductor с подключенным кластером Kafka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DF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8DAACGDgAAOyMAAKQl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9445" y="2360930"/>
            <a:ext cx="5087620" cy="375793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мониторинга состояния кластера  gui Conductor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B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OwDAADNDgAA7yIAAA4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" y="2406015"/>
            <a:ext cx="5041265" cy="394271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Монадический парсер текста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CEEAADlDgAAuS8AAKMk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" y="2421255"/>
            <a:ext cx="7086600" cy="353441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Экран топика с обогащенными данными</a:t>
            </a: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A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KADAACZDgAAIiMAAKUn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589280" y="2372995"/>
            <a:ext cx="5121910" cy="40716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YCAAB/NwAAvwo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pPr/>
            <a:r>
              <a:t>Что получилось:</a:t>
            </a:r>
          </a:p>
        </p:txBody>
      </p:sp>
      <p:sp>
        <p:nvSpPr>
          <p:cNvPr id="3" name="ТекстСлайда1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WVlZA8zMzADAwP8Af39/AAAAAAAAAAAAAAAAAAAAAAAAAAAAIQAAABgAAAAUAAAAFAMAALMLAAB/NwAAuSc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b="1" cap="none">
                <a:solidFill>
                  <a:srgbClr val="0000FF"/>
                </a:solidFill>
              </a:defRPr>
            </a:pPr>
            <a:r>
              <a:t>Ссылка на репозиторий с исходными кодами:</a:t>
            </a:r>
          </a:p>
          <a:p>
            <a:pPr>
              <a:defRPr b="1" cap="none">
                <a:solidFill>
                  <a:srgbClr val="0000FF"/>
                </a:solidFill>
              </a:defRPr>
            </a:pPr>
            <a:r>
              <a:t>https://github.com/AlekseyFilatov/-OTUS_hw_kafka/tree/project/project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96;p38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tUGR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+gIAAIICAABlNwAAiwoAABAAAAAmAAAACAAAAD0wAAAAAAAA"/>
              </a:ext>
            </a:extLst>
          </p:cNvSpPr>
          <p:nvPr>
            <p:ph type="title"/>
          </p:nvPr>
        </p:nvSpPr>
        <p:spPr>
          <a:xfrm>
            <a:off x="483870" y="407670"/>
            <a:ext cx="8521065" cy="1306195"/>
          </a:xfrm>
        </p:spPr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Схемы (архитектура, БД)</a:t>
            </a:r>
            <a:endParaRPr lang="ru-ru" cap="none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197;p38"/>
          <p:cNvSpPr>
            <a:extLst>
              <a:ext uri="smNativeData">
                <pr:smNativeData xmlns:pr="smNativeData" xmlns="smNativeData" val="SMDATA_15_FUV5ZhMAAAAlAAAA9AEAAA0AAAAAOAEAAMYAAAA4AQAAxgAAAAAAAAABAAAAAAAAAAEAAABQAAAAtSRVET1m6b8FJ9au5qX6vw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G+pTl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O0fAADMMgAApCYAABAAAAAmAAAACAAAAP//////////"/>
              </a:ext>
            </a:extLst>
          </p:cNvSpPr>
          <p:nvPr/>
        </p:nvSpPr>
        <p:spPr>
          <a:xfrm>
            <a:off x="4834255" y="5189855"/>
            <a:ext cx="3423285" cy="1091565"/>
          </a:xfrm>
          <a:prstGeom prst="wedgeRectCallout">
            <a:avLst>
              <a:gd name="adj1" fmla="val -39687"/>
              <a:gd name="adj2" fmla="val -83275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Опционально, если ваш проект позволяет это сделать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  <p:pic>
        <p:nvPicPr>
          <p:cNvPr id="4" name="Изображение1"/>
          <p:cNvPicPr>
            <a:picLocks noChangeAspect="1"/>
            <a:extLst>
              <a:ext uri="smNativeData">
                <pr:smNativeData xmlns:pr="smNativeData" xmlns="smNativeData" val="SMDATA_17_FUV5ZhMAAAAlAAAAEQAAAC8BAAAAkAAAAEgAAACQAAAAS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AcAAAA4AAAAAAAAAAAAAAAAAAAA////AAAAAAAAAAAAAAAAAAAAAAAAAAAAAAAAAAAAAABkAAAAZAAAAAAAAAAjAAAABAAAAGQAAAAXAAAAFAAAAAAAAAAAAAAA/38AAP9/AAAAAAAACQAAAAQAAAAOAAAA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EKF9AX///8BAAAAAAAAAAAAAAAAAAAAAAAAAAAAAAAAAAAAAAAAAAAAAAACf39/AFlZWQPMzMwAwMD/AH9/fwAAAAAAAAAAAAAAAAD///8AAAAAACEAAAAYAAAAFAAAAAUDAAB5CwAAQzcAAMkcAAAQAAAAJgAAAAgAAAD//////////w=="/>
              </a:ext>
            </a:extLst>
          </p:cNvPicPr>
          <p:nvPr/>
        </p:nvPicPr>
        <p:blipFill>
          <a:blip r:embed="rId3"/>
          <a:stretch>
            <a:fillRect/>
          </a:stretch>
        </p:blipFill>
        <p:spPr>
          <a:xfrm>
            <a:off x="490855" y="1864995"/>
            <a:ext cx="8492490" cy="281432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2;p39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A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I+nzT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FAMAALYCAAB/NwAAvwoAABAAAAAmAAAACAAAADwwAAAAAAAA"/>
              </a:ext>
            </a:extLst>
          </p:cNvSpPr>
          <p:nvPr>
            <p:ph type="title"/>
          </p:nvPr>
        </p:nvSpPr>
        <p:spPr/>
        <p:txBody>
          <a:bodyPr vert="horz" wrap="square" lIns="91440" tIns="91440" rIns="91440" bIns="91440" numCol="1" spcCol="215900" anchor="t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Выводы и планы по развитию</a:t>
            </a:r>
            <a:endParaRPr lang="ru-ru" cap="none"/>
          </a:p>
        </p:txBody>
      </p:sp>
      <p:graphicFrame>
        <p:nvGraphicFramePr>
          <p:cNvPr id="3" name=""/>
          <p:cNvGraphicFramePr>
            <a:graphicFrameLocks noGrp="1"/>
          </p:cNvGraphicFramePr>
          <p:nvPr/>
        </p:nvGraphicFramePr>
        <p:xfrm>
          <a:off x="952500" y="2058670"/>
          <a:ext cx="7239000" cy="29311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585"/>
                <a:gridCol w="6749415"/>
              </a:tblGrid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1.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Apache Kafka является удобным и надежным инструментом для хранения и обогащения данных в микросервисной архитектуре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2.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ZIO Streams позволяет использовать эффективную среду ZIO для потоковой обработки данных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  <a:tr h="381000">
                <a:tc>
                  <a:txBody>
                    <a:bodyPr wrap="square" numCol="1"/>
                    <a:lstStyle/>
                    <a:p>
                      <a:pPr marL="0" marR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 b="1" cap="none">
                          <a:solidFill>
                            <a:srgbClr val="013D85"/>
                          </a:solidFill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3.</a:t>
                      </a:r>
                      <a:endParaRPr sz="1700" b="1" cap="none">
                        <a:solidFill>
                          <a:srgbClr val="013D85"/>
                        </a:solidFill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>
                      <a:noFill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 numCol="1"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cap="none">
                          <a:latin typeface="Roboto" pitchFamily="0" charset="0"/>
                          <a:ea typeface="Roboto" pitchFamily="0" charset="0"/>
                          <a:cs typeface="Roboto" pitchFamily="0" charset="0"/>
                        </a:rPr>
                        <a:t>Требуется настроить мониторинг не только непосредственно инструментов Apache Kafka и ZIO, но и среды их выполнения используя такие средства как Prometheus и Grafana</a:t>
                      </a:r>
                      <a:endParaRPr sz="1700" cap="none">
                        <a:latin typeface="Roboto" pitchFamily="0" charset="0"/>
                        <a:ea typeface="Roboto" pitchFamily="0" charset="0"/>
                        <a:cs typeface="Roboto" pitchFamily="0" charset="0"/>
                      </a:endParaRPr>
                    </a:p>
                  </a:txBody>
                  <a:tcPr marL="198120" marR="91440" marT="91440" marB="91440" vert="horz">
                    <a:lnL w="9525" cap="flat" cmpd="sng" algn="ctr">
                      <a:solidFill>
                        <a:srgbClr val="FFFFFF"/>
                      </a:solidFill>
                      <a:prstDash val="solid"/>
                      <a:headEnd type="none"/>
                      <a:tailEnd type="none"/>
                    </a:lnL>
                    <a:lnR>
                      <a:noFill/>
                    </a:lnR>
                    <a:lnT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T>
                    <a:lnB w="9525" cap="flat" cmpd="sng" algn="ctr">
                      <a:solidFill>
                        <a:srgbClr val="BFC1F0"/>
                      </a:solidFill>
                      <a:prstDash val="solid"/>
                      <a:headEnd type="none"/>
                      <a:tailEnd type="none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smNativeData">
                    <pr:rowheight xmlns="" xmlns:pr="smNativeData" dt="1719223573" type="min" val="381000"/>
                  </a:ext>
                </a:extLst>
              </a:tr>
            </a:tbl>
          </a:graphicData>
        </a:graphic>
      </p:graphicFrame>
      <p:sp>
        <p:nvSpPr>
          <p:cNvPr id="4" name="Google Shape;204;p39"/>
          <p:cNvSpPr>
            <a:extLst>
              <a:ext uri="smNativeData">
                <pr:smNativeData xmlns:pr="smNativeData" xmlns="smNativeData" val="SMDATA_15_FUV5ZhMAAAAlAAAA9AEAAA0AAAAAOAEAAMYAAAA4AQAAxgAAAAAAAAABAAAAAAAAAAEAAABQAAAAEXC47Anh479Fb0gmzk0BwAAAAAAAAOA/AAAAAAAA4D8AAAAAAADgPwAAAAAAAOA/AAAAAAAA4D8AAAAAAADgPwAAAAAAAOA/AAAAAAAA4D8CAAAAjAAAAAEAAAAAAAAA8/PzAP///wgAAAAAAAAAAAAAAAAAAAAAAAAAAAAAAAAAAAAAeAAAAAEAAABAAAAAAAAAAAAAAABaAAAAAAAAAAAAAAAAAAAAAAAAAAAAAAAAAAAAAAAAAAAAAAAAAAAAAAAAAAAAAAAAAAAAAAAAAAAAAAAAAAAAAAAAAAAAAAAAAAAAFAAAADwAAAABAAAAAAAAAAE9hQAPAAAAAQAAACMAAAAjAAAAIwAAAB4AAAAAAAAASwAAAEsAAAAAAAAASwAAAEs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DkxY2g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8/PzAP///wEAAAAAAAAAAAAAAAAAAAAAAAAAAAAAAAAAAAAAAAAAAAE9hQB/f38AWVlZA8zMzADAwP8Af39/AAAAAAAAAAAAAAAAAAAAAAAAAAAAIQAAABgAAAAUAAAAVR0AAO0iAABkMgAAMCoAABAAAAAmAAAACAAAAP//////////"/>
              </a:ext>
            </a:extLst>
          </p:cNvSpPr>
          <p:nvPr/>
        </p:nvSpPr>
        <p:spPr>
          <a:xfrm>
            <a:off x="4768215" y="5677535"/>
            <a:ext cx="3423285" cy="1180465"/>
          </a:xfrm>
          <a:prstGeom prst="wedgeRectCallout">
            <a:avLst>
              <a:gd name="adj1" fmla="val -31061"/>
              <a:gd name="adj2" fmla="val -108150"/>
            </a:avLst>
          </a:prstGeom>
          <a:solidFill>
            <a:srgbClr val="F3F3F3"/>
          </a:solidFill>
          <a:ln w="9525" cap="flat" cmpd="sng" algn="ctr">
            <a:solidFill>
              <a:srgbClr val="013D85"/>
            </a:solidFill>
            <a:prstDash val="solid"/>
            <a:headEnd type="none"/>
            <a:tailEnd type="none"/>
          </a:ln>
          <a:effectLst/>
        </p:spPr>
        <p:txBody>
          <a:bodyPr vert="horz" wrap="square" lIns="198120" tIns="125730" rIns="198120" bIns="125730" numCol="1" spcCol="215900" anchor="ctr"/>
          <a:lstStyle/>
          <a:p>
            <a:pPr marL="0" indent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500" cap="none">
                <a:solidFill>
                  <a:srgbClr val="02418B"/>
                </a:solidFill>
                <a:latin typeface="Roboto" pitchFamily="0" charset="0"/>
                <a:ea typeface="Roboto" pitchFamily="0" charset="0"/>
                <a:cs typeface="Roboto" pitchFamily="0" charset="0"/>
              </a:rPr>
              <a:t>Запланируйте пару минут на рефлексию в конце защиты проекта и расскажите о планах по развитию</a:t>
            </a:r>
            <a:endParaRPr sz="1500" cap="none">
              <a:solidFill>
                <a:srgbClr val="02418B"/>
              </a:solidFill>
              <a:latin typeface="Roboto" pitchFamily="0" charset="0"/>
              <a:ea typeface="Roboto" pitchFamily="0" charset="0"/>
              <a:cs typeface="Roboto" pitchFamily="0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r="http://schemas.openxmlformats.org/officeDocument/2006/relationships" xmlns:a="http://schemas.openxmlformats.org/drawingml/2006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09;p40"/>
          <p:cNvSpPr>
            <a:spLocks noGrp="1" noChangeArrowheads="1"/>
            <a:extLst>
              <a:ext uri="smNativeData">
                <pr:smNativeData xmlns:pr="smNativeData" xmlns="smNativeData" val="SMDATA_15_FUV5ZhMAAAAlAAAAZAAAAA0AAAAAkAAAAJAAAACQAAAAkAAAAAAAAAABAAAAAAAAAAEAAABQAAAAAAAAAAAA4D8AAAAAAADgPwAAAAAAAOA/AAAAAAAA4D8AAAAAAADgPwAAAAAAAOA/AAAAAAAA4D8AAAAAAADgPwAAAAAAAOA/AAAAAAAA4D8CAAAAjAAAAAAAAAAAAAAAQoX0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BZWVkKAAAAACgAAAAoAAAAZAAAAGQAAAAAAAAAzMzMAAAAAABQAAAAUAAAAGQAAABkAAAAAAAAABcAAAAUAAAAAAAAAAAAAAD/fwAA/38AAAAAAAAJAAAABAAAAJx8t8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QoX0Bf///wEAAAAAAAAAAAAAAAAAAAAAAAAAAAAAAAAAAAAAAAAAAAAAAAJ/f38AWVlZA8zMzADAwP8Af39/AAAAAAAAAAAAAAAAAAAAAAAAAAAAIQAAABgAAAAUAAAA4gUAAEADAABiNAAAziQAABAAAAAmAAAACAAAAD0wAAAAAAAA"/>
              </a:ext>
            </a:extLst>
          </p:cNvSpPr>
          <p:nvPr>
            <p:ph type="title"/>
          </p:nvPr>
        </p:nvSpPr>
        <p:spPr>
          <a:xfrm>
            <a:off x="956310" y="528320"/>
            <a:ext cx="7559040" cy="5454650"/>
          </a:xfrm>
        </p:spPr>
        <p:txBody>
          <a:bodyPr vert="horz" wrap="square" lIns="91440" tIns="91440" rIns="91440" bIns="91440" numCol="1" spcCol="215900" anchor="ctr">
            <a:prstTxWarp prst="textNoShape">
              <a:avLst/>
            </a:prstTxWarp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cap="none"/>
              <a:t>Спасибо за внимание!</a:t>
            </a:r>
            <a:br/>
            <a:endParaRPr sz="1400" b="0" cap="none">
              <a:solidFill>
                <a:srgbClr val="000000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EEEEEE"/>
      </a:dk2>
      <a:lt2>
        <a:srgbClr val="595959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EEEEEE"/>
        </a:dk2>
        <a:lt2>
          <a:srgbClr val="595959"/>
        </a:lt2>
        <a:accent1>
          <a:srgbClr val="4285F4"/>
        </a:accent1>
        <a:accent2>
          <a:srgbClr val="212121"/>
        </a:accent2>
        <a:accent3>
          <a:srgbClr val="78909C"/>
        </a:accent3>
        <a:accent4>
          <a:srgbClr val="FFAB40"/>
        </a:accent4>
        <a:accent5>
          <a:srgbClr val="0097A7"/>
        </a:accent5>
        <a:accent6>
          <a:srgbClr val="EEFF41"/>
        </a:accent6>
        <a:hlink>
          <a:srgbClr val="0097A7"/>
        </a:hlink>
        <a:folHlink>
          <a:srgbClr val="0097A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F3F3F3"/>
      </a:dk2>
      <a:lt2>
        <a:srgbClr val="158158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Presentatio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F3F3F3"/>
        </a:dk2>
        <a:lt2>
          <a:srgbClr val="158158"/>
        </a:lt2>
        <a:accent1>
          <a:srgbClr val="058DC7"/>
        </a:accent1>
        <a:accent2>
          <a:srgbClr val="50B432"/>
        </a:accent2>
        <a:accent3>
          <a:srgbClr val="ED561B"/>
        </a:accent3>
        <a:accent4>
          <a:srgbClr val="EDEF00"/>
        </a:accent4>
        <a:accent5>
          <a:srgbClr val="24CBE5"/>
        </a:accent5>
        <a:accent6>
          <a:srgbClr val="64E572"/>
        </a:accent6>
        <a:hlink>
          <a:srgbClr val="2200CC"/>
        </a:hlink>
        <a:folHlink>
          <a:srgbClr val="551A8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Override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ppt/theme/themeOverride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3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4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5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6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7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8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9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0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1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ppt/theme/themeOverride12.xml><?xml version="1.0" encoding="utf-8"?>
<a:themeOverride xmlns:a="http://schemas.openxmlformats.org/drawingml/2006/main">
  <a:clrScheme name="Presentation 1">
    <a:dk1>
      <a:srgbClr val="000000"/>
    </a:dk1>
    <a:lt1>
      <a:srgbClr val="FFFFFF"/>
    </a:lt1>
    <a:dk2>
      <a:srgbClr val="158158"/>
    </a:dk2>
    <a:lt2>
      <a:srgbClr val="F3F3F3"/>
    </a:lt2>
    <a:accent1>
      <a:srgbClr val="058DC7"/>
    </a:accent1>
    <a:accent2>
      <a:srgbClr val="50B432"/>
    </a:accent2>
    <a:accent3>
      <a:srgbClr val="ED561B"/>
    </a:accent3>
    <a:accent4>
      <a:srgbClr val="EDEF00"/>
    </a:accent4>
    <a:accent5>
      <a:srgbClr val="24CBE5"/>
    </a:accent5>
    <a:accent6>
      <a:srgbClr val="64E572"/>
    </a:accent6>
    <a:hlink>
      <a:srgbClr val="2200CC"/>
    </a:hlink>
    <a:folHlink>
      <a:srgbClr val="551A8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AlexFil</cp:lastModifiedBy>
  <cp:revision>0</cp:revision>
  <dcterms:created xsi:type="dcterms:W3CDTF">2024-06-24T08:13:17Z</dcterms:created>
  <dcterms:modified xsi:type="dcterms:W3CDTF">2024-06-24T10:06:13Z</dcterms:modified>
</cp:coreProperties>
</file>